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3.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3.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media/image1.png" ContentType="image/png"/>
  <Override PartName="/ppt/media/image2.jpeg" ContentType="image/jpeg"/>
  <Override PartName="/ppt/media/image3.jpeg" ContentType="image/jpeg"/>
  <Override PartName="/ppt/media/image4.jpeg" ContentType="image/jpeg"/>
  <Override PartName="/ppt/media/image5.jpeg" ContentType="image/jpeg"/>
  <Override PartName="/ppt/media/image6.png" ContentType="image/png"/>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7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920" y="368280"/>
            <a:ext cx="7930800" cy="2430360"/>
          </a:xfrm>
          <a:prstGeom prst="rect">
            <a:avLst/>
          </a:prstGeom>
          <a:noFill/>
          <a:ln w="0">
            <a:noFill/>
          </a:ln>
        </p:spPr>
        <p:txBody>
          <a:bodyPr lIns="91440" rIns="91440" tIns="91440" bIns="91440" anchor="t">
            <a:noAutofit/>
          </a:bodyPr>
          <a:p>
            <a:pPr indent="0">
              <a:buNone/>
            </a:pPr>
            <a:r>
              <a:rPr b="0" lang="fr-FR" sz="7500" strike="noStrike" u="none">
                <a:solidFill>
                  <a:schemeClr val="dk1"/>
                </a:solidFill>
                <a:effectLst/>
                <a:uFillTx/>
                <a:latin typeface="Arial"/>
              </a:rPr>
              <a:t>Click to edit the title text format</a:t>
            </a:r>
            <a:endParaRPr b="0" lang="fr-FR" sz="7500" strike="noStrike" u="none">
              <a:solidFill>
                <a:schemeClr val="dk1"/>
              </a:solidFill>
              <a:effectLst/>
              <a:uFillTx/>
              <a:latin typeface="Arial"/>
            </a:endParaRPr>
          </a:p>
        </p:txBody>
      </p:sp>
      <p:pic>
        <p:nvPicPr>
          <p:cNvPr id="1" name="Google Shape;11;p2" descr=""/>
          <p:cNvPicPr/>
          <p:nvPr/>
        </p:nvPicPr>
        <p:blipFill>
          <a:blip r:embed="rId2">
            <a:alphaModFix amt="64000"/>
          </a:blip>
          <a:srcRect l="11021" t="0" r="13736" b="8153"/>
          <a:stretch/>
        </p:blipFill>
        <p:spPr>
          <a:xfrm>
            <a:off x="3834360" y="1266120"/>
            <a:ext cx="6625800" cy="5777280"/>
          </a:xfrm>
          <a:prstGeom prst="rect">
            <a:avLst/>
          </a:prstGeom>
          <a:noFill/>
          <a:ln w="0">
            <a:noFill/>
          </a:ln>
        </p:spPr>
      </p:pic>
      <p:sp>
        <p:nvSpPr>
          <p:cNvPr id="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1284120" y="1953000"/>
            <a:ext cx="4454280" cy="799200"/>
          </a:xfrm>
          <a:prstGeom prst="rect">
            <a:avLst/>
          </a:prstGeom>
          <a:noFill/>
          <a:ln w="0">
            <a:noFill/>
          </a:ln>
        </p:spPr>
        <p:txBody>
          <a:bodyPr lIns="91440" rIns="91440" tIns="91440" bIns="91440" anchor="b">
            <a:noAutofit/>
          </a:bodyPr>
          <a:p>
            <a:pPr indent="0">
              <a:lnSpc>
                <a:spcPct val="100000"/>
              </a:lnSpc>
              <a:buNone/>
            </a:pPr>
            <a:r>
              <a:rPr b="0" lang="fr-FR" sz="6000" strike="noStrike" u="none">
                <a:solidFill>
                  <a:schemeClr val="dk1"/>
                </a:solidFill>
                <a:effectLst/>
                <a:uFillTx/>
                <a:latin typeface="Viaoda Libre"/>
                <a:ea typeface="Viaoda Libre"/>
              </a:rPr>
              <a:t>xx%</a:t>
            </a:r>
            <a:endParaRPr b="0" lang="fr-FR" sz="6000" strike="noStrike" u="non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2_1">
    <p:bg>
      <p:bgPr>
        <a:solidFill>
          <a:schemeClr val="lt1"/>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2576520" y="1292760"/>
            <a:ext cx="677520" cy="403560"/>
          </a:xfrm>
          <a:prstGeom prst="rect">
            <a:avLst/>
          </a:prstGeom>
          <a:noFill/>
          <a:ln w="0">
            <a:noFill/>
          </a:ln>
        </p:spPr>
        <p:txBody>
          <a:bodyPr lIns="91440" rIns="91440" tIns="91440" bIns="91440" anchor="ctr">
            <a:noAutofit/>
          </a:bodyPr>
          <a:p>
            <a:pPr indent="0">
              <a:lnSpc>
                <a:spcPct val="100000"/>
              </a:lnSpc>
              <a:buNone/>
            </a:pPr>
            <a:r>
              <a:rPr b="0" i="1" lang="fr-FR" sz="3000" strike="noStrike" u="none">
                <a:solidFill>
                  <a:schemeClr val="dk1"/>
                </a:solidFill>
                <a:effectLst/>
                <a:uFillTx/>
                <a:latin typeface="Viaoda Libre"/>
                <a:ea typeface="Viaoda Libre"/>
              </a:rPr>
              <a:t>xx%</a:t>
            </a:r>
            <a:endParaRPr b="0" lang="fr-FR" sz="3000" strike="noStrike" u="none">
              <a:solidFill>
                <a:schemeClr val="dk1"/>
              </a:solidFill>
              <a:effectLst/>
              <a:uFillTx/>
              <a:latin typeface="Arial"/>
            </a:endParaRPr>
          </a:p>
        </p:txBody>
      </p:sp>
      <p:sp>
        <p:nvSpPr>
          <p:cNvPr id="5" name="PlaceHolder 2"/>
          <p:cNvSpPr>
            <a:spLocks noGrp="1"/>
          </p:cNvSpPr>
          <p:nvPr>
            <p:ph type="title"/>
          </p:nvPr>
        </p:nvSpPr>
        <p:spPr>
          <a:xfrm>
            <a:off x="2576520" y="2187720"/>
            <a:ext cx="677520" cy="403560"/>
          </a:xfrm>
          <a:prstGeom prst="rect">
            <a:avLst/>
          </a:prstGeom>
          <a:noFill/>
          <a:ln w="0">
            <a:noFill/>
          </a:ln>
        </p:spPr>
        <p:txBody>
          <a:bodyPr lIns="91440" rIns="91440" tIns="91440" bIns="91440" anchor="ctr">
            <a:noAutofit/>
          </a:bodyPr>
          <a:p>
            <a:pPr indent="0">
              <a:lnSpc>
                <a:spcPct val="100000"/>
              </a:lnSpc>
              <a:buNone/>
            </a:pPr>
            <a:r>
              <a:rPr b="0" i="1" lang="fr-FR" sz="3000" strike="noStrike" u="none">
                <a:solidFill>
                  <a:schemeClr val="dk1"/>
                </a:solidFill>
                <a:effectLst/>
                <a:uFillTx/>
                <a:latin typeface="Viaoda Libre"/>
                <a:ea typeface="Viaoda Libre"/>
              </a:rPr>
              <a:t>xx%</a:t>
            </a:r>
            <a:endParaRPr b="0" lang="fr-FR" sz="3000" strike="noStrike" u="none">
              <a:solidFill>
                <a:schemeClr val="dk1"/>
              </a:solidFill>
              <a:effectLst/>
              <a:uFillTx/>
              <a:latin typeface="Arial"/>
            </a:endParaRPr>
          </a:p>
        </p:txBody>
      </p:sp>
      <p:sp>
        <p:nvSpPr>
          <p:cNvPr id="6" name="PlaceHolder 3"/>
          <p:cNvSpPr>
            <a:spLocks noGrp="1"/>
          </p:cNvSpPr>
          <p:nvPr>
            <p:ph type="title"/>
          </p:nvPr>
        </p:nvSpPr>
        <p:spPr>
          <a:xfrm>
            <a:off x="2576520" y="3082680"/>
            <a:ext cx="677520" cy="403560"/>
          </a:xfrm>
          <a:prstGeom prst="rect">
            <a:avLst/>
          </a:prstGeom>
          <a:noFill/>
          <a:ln w="0">
            <a:noFill/>
          </a:ln>
        </p:spPr>
        <p:txBody>
          <a:bodyPr lIns="91440" rIns="91440" tIns="91440" bIns="91440" anchor="ctr">
            <a:noAutofit/>
          </a:bodyPr>
          <a:p>
            <a:pPr indent="0">
              <a:lnSpc>
                <a:spcPct val="100000"/>
              </a:lnSpc>
              <a:buNone/>
            </a:pPr>
            <a:r>
              <a:rPr b="0" i="1" lang="fr-FR" sz="3000" strike="noStrike" u="none">
                <a:solidFill>
                  <a:schemeClr val="dk1"/>
                </a:solidFill>
                <a:effectLst/>
                <a:uFillTx/>
                <a:latin typeface="Viaoda Libre"/>
                <a:ea typeface="Viaoda Libre"/>
              </a:rPr>
              <a:t>xx%</a:t>
            </a:r>
            <a:endParaRPr b="0" lang="fr-FR" sz="3000" strike="noStrike" u="none">
              <a:solidFill>
                <a:schemeClr val="dk1"/>
              </a:solidFill>
              <a:effectLst/>
              <a:uFillTx/>
              <a:latin typeface="Arial"/>
            </a:endParaRPr>
          </a:p>
        </p:txBody>
      </p:sp>
      <p:sp>
        <p:nvSpPr>
          <p:cNvPr id="7" name="PlaceHolder 4"/>
          <p:cNvSpPr>
            <a:spLocks noGrp="1"/>
          </p:cNvSpPr>
          <p:nvPr>
            <p:ph type="title"/>
          </p:nvPr>
        </p:nvSpPr>
        <p:spPr>
          <a:xfrm>
            <a:off x="2576520" y="3937680"/>
            <a:ext cx="677520" cy="403560"/>
          </a:xfrm>
          <a:prstGeom prst="rect">
            <a:avLst/>
          </a:prstGeom>
          <a:noFill/>
          <a:ln w="0">
            <a:noFill/>
          </a:ln>
        </p:spPr>
        <p:txBody>
          <a:bodyPr lIns="91440" rIns="91440" tIns="91440" bIns="91440" anchor="ctr">
            <a:noAutofit/>
          </a:bodyPr>
          <a:p>
            <a:pPr indent="0">
              <a:lnSpc>
                <a:spcPct val="100000"/>
              </a:lnSpc>
              <a:buNone/>
            </a:pPr>
            <a:r>
              <a:rPr b="0" i="1" lang="fr-FR" sz="3000" strike="noStrike" u="none">
                <a:solidFill>
                  <a:schemeClr val="dk1"/>
                </a:solidFill>
                <a:effectLst/>
                <a:uFillTx/>
                <a:latin typeface="Viaoda Libre"/>
                <a:ea typeface="Viaoda Libre"/>
              </a:rPr>
              <a:t>xx%</a:t>
            </a:r>
            <a:endParaRPr b="0" lang="fr-FR" sz="3000" strike="noStrike" u="none">
              <a:solidFill>
                <a:schemeClr val="dk1"/>
              </a:solidFill>
              <a:effectLst/>
              <a:uFillTx/>
              <a:latin typeface="Arial"/>
            </a:endParaRPr>
          </a:p>
        </p:txBody>
      </p:sp>
      <p:sp>
        <p:nvSpPr>
          <p:cNvPr id="8" name="PlaceHolder 5"/>
          <p:cNvSpPr>
            <a:spLocks noGrp="1"/>
          </p:cNvSpPr>
          <p:nvPr>
            <p:ph type="title"/>
          </p:nvPr>
        </p:nvSpPr>
        <p:spPr>
          <a:xfrm>
            <a:off x="515160" y="212400"/>
            <a:ext cx="8113320" cy="644400"/>
          </a:xfrm>
          <a:prstGeom prst="rect">
            <a:avLst/>
          </a:prstGeom>
          <a:noFill/>
          <a:ln w="0">
            <a:noFill/>
          </a:ln>
        </p:spPr>
        <p:txBody>
          <a:bodyPr lIns="91440" rIns="91440" tIns="91440" bIns="91440" anchor="t">
            <a:noAutofit/>
          </a:bodyPr>
          <a:p>
            <a:pPr indent="0">
              <a:buNone/>
            </a:pPr>
            <a:r>
              <a:rPr b="0" lang="fr-FR" sz="3300" strike="noStrike" u="none">
                <a:solidFill>
                  <a:schemeClr val="dk1"/>
                </a:solidFill>
                <a:effectLst/>
                <a:uFillTx/>
                <a:latin typeface="Arial"/>
              </a:rPr>
              <a:t>Click to edit the title text format</a:t>
            </a:r>
            <a:endParaRPr b="0" lang="fr-FR" sz="3300" strike="noStrike" u="none">
              <a:solidFill>
                <a:schemeClr val="dk1"/>
              </a:solidFill>
              <a:effectLst/>
              <a:uFillTx/>
              <a:latin typeface="Arial"/>
            </a:endParaRPr>
          </a:p>
        </p:txBody>
      </p:sp>
      <p:pic>
        <p:nvPicPr>
          <p:cNvPr id="9" name="Google Shape;55;p13" descr=""/>
          <p:cNvPicPr/>
          <p:nvPr/>
        </p:nvPicPr>
        <p:blipFill>
          <a:blip r:embed="rId2">
            <a:alphaModFix amt="64000"/>
          </a:blip>
          <a:srcRect l="11021" t="0" r="13736" b="8153"/>
          <a:stretch/>
        </p:blipFill>
        <p:spPr>
          <a:xfrm rot="10523400">
            <a:off x="6530760" y="569520"/>
            <a:ext cx="6625800" cy="5777280"/>
          </a:xfrm>
          <a:prstGeom prst="rect">
            <a:avLst/>
          </a:prstGeom>
          <a:noFill/>
          <a:ln w="0">
            <a:noFill/>
          </a:ln>
        </p:spPr>
      </p:pic>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bg>
      <p:bgPr>
        <a:solidFill>
          <a:schemeClr val="lt1"/>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3445560"/>
            <a:ext cx="8113320" cy="1274760"/>
          </a:xfrm>
          <a:prstGeom prst="rect">
            <a:avLst/>
          </a:prstGeom>
          <a:noFill/>
          <a:ln w="0">
            <a:noFill/>
          </a:ln>
        </p:spPr>
        <p:txBody>
          <a:bodyPr lIns="91440" rIns="91440" tIns="91440" bIns="91440" anchor="b">
            <a:noAutofit/>
          </a:bodyPr>
          <a:p>
            <a:pPr indent="0">
              <a:buNone/>
            </a:pPr>
            <a:r>
              <a:rPr b="0" lang="fr-FR" sz="3300" strike="noStrike" u="none">
                <a:solidFill>
                  <a:schemeClr val="dk1"/>
                </a:solidFill>
                <a:effectLst/>
                <a:uFillTx/>
                <a:latin typeface="Arial"/>
              </a:rPr>
              <a:t>Click to edit the title text format</a:t>
            </a:r>
            <a:endParaRPr b="0" lang="fr-FR" sz="3300" strike="noStrike" u="none">
              <a:solidFill>
                <a:schemeClr val="dk1"/>
              </a:solidFill>
              <a:effectLst/>
              <a:uFillTx/>
              <a:latin typeface="Arial"/>
            </a:endParaRPr>
          </a:p>
        </p:txBody>
      </p:sp>
      <p:pic>
        <p:nvPicPr>
          <p:cNvPr id="11" name="Google Shape;59;p14" descr=""/>
          <p:cNvPicPr/>
          <p:nvPr/>
        </p:nvPicPr>
        <p:blipFill>
          <a:blip r:embed="rId2">
            <a:alphaModFix amt="64000"/>
          </a:blip>
          <a:srcRect l="11021" t="0" r="13736" b="8153"/>
          <a:stretch/>
        </p:blipFill>
        <p:spPr>
          <a:xfrm rot="19518600">
            <a:off x="3620520" y="2570760"/>
            <a:ext cx="6625800" cy="5777280"/>
          </a:xfrm>
          <a:prstGeom prst="rect">
            <a:avLst/>
          </a:prstGeom>
          <a:noFill/>
          <a:ln w="0">
            <a:noFill/>
          </a:ln>
        </p:spPr>
      </p:pic>
      <p:sp>
        <p:nvSpPr>
          <p:cNvPr id="1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_1">
    <p:bg>
      <p:bgPr>
        <a:solidFill>
          <a:schemeClr val="lt1"/>
        </a:solidFill>
      </p:bgPr>
    </p:bg>
    <p:spTree>
      <p:nvGrpSpPr>
        <p:cNvPr id="1" name=""/>
        <p:cNvGrpSpPr/>
        <p:nvPr/>
      </p:nvGrpSpPr>
      <p:grpSpPr>
        <a:xfrm>
          <a:off x="0" y="0"/>
          <a:ext cx="0" cy="0"/>
          <a:chOff x="0" y="0"/>
          <a:chExt cx="0" cy="0"/>
        </a:xfrm>
      </p:grpSpPr>
      <p:sp>
        <p:nvSpPr>
          <p:cNvPr id="13" name="PlaceHolder 1"/>
          <p:cNvSpPr>
            <a:spLocks noGrp="1"/>
          </p:cNvSpPr>
          <p:nvPr>
            <p:ph type="body"/>
          </p:nvPr>
        </p:nvSpPr>
        <p:spPr>
          <a:xfrm>
            <a:off x="845280" y="1199520"/>
            <a:ext cx="4619880" cy="209988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Fifth Outline Level</a:t>
            </a:r>
            <a:endParaRPr b="0" lang="fr-FR" sz="14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Sixth Outline Level</a:t>
            </a:r>
            <a:endParaRPr b="0" lang="fr-FR" sz="14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Seventh Outline Level</a:t>
            </a:r>
            <a:endParaRPr b="0" lang="fr-FR" sz="1400" strike="noStrike" u="none">
              <a:solidFill>
                <a:srgbClr val="000000"/>
              </a:solidFill>
              <a:effectLst/>
              <a:uFillTx/>
              <a:latin typeface="Arial"/>
            </a:endParaRPr>
          </a:p>
        </p:txBody>
      </p:sp>
      <p:sp>
        <p:nvSpPr>
          <p:cNvPr id="14" name="PlaceHolder 2"/>
          <p:cNvSpPr>
            <a:spLocks noGrp="1"/>
          </p:cNvSpPr>
          <p:nvPr>
            <p:ph type="title"/>
          </p:nvPr>
        </p:nvSpPr>
        <p:spPr>
          <a:xfrm>
            <a:off x="515160" y="212400"/>
            <a:ext cx="8113320" cy="644400"/>
          </a:xfrm>
          <a:prstGeom prst="rect">
            <a:avLst/>
          </a:prstGeom>
          <a:noFill/>
          <a:ln w="0">
            <a:noFill/>
          </a:ln>
        </p:spPr>
        <p:txBody>
          <a:bodyPr lIns="91440" rIns="91440" tIns="91440" bIns="91440" anchor="t">
            <a:noAutofit/>
          </a:bodyPr>
          <a:p>
            <a:pPr indent="0">
              <a:buNone/>
            </a:pPr>
            <a:r>
              <a:rPr b="0" lang="fr-FR" sz="3300" strike="noStrike" u="none">
                <a:solidFill>
                  <a:schemeClr val="dk1"/>
                </a:solidFill>
                <a:effectLst/>
                <a:uFillTx/>
                <a:latin typeface="Arial"/>
              </a:rPr>
              <a:t>Click to edit the title text format</a:t>
            </a:r>
            <a:endParaRPr b="0" lang="fr-FR" sz="3300" strike="noStrike" u="none">
              <a:solidFill>
                <a:schemeClr val="dk1"/>
              </a:solidFill>
              <a:effectLst/>
              <a:uFillTx/>
              <a:latin typeface="Arial"/>
            </a:endParaRPr>
          </a:p>
        </p:txBody>
      </p:sp>
      <p:pic>
        <p:nvPicPr>
          <p:cNvPr id="15" name="Google Shape;63;p15" descr=""/>
          <p:cNvPicPr/>
          <p:nvPr/>
        </p:nvPicPr>
        <p:blipFill>
          <a:blip r:embed="rId2">
            <a:alphaModFix amt="64000"/>
          </a:blip>
          <a:srcRect l="11021" t="0" r="13736" b="8153"/>
          <a:stretch/>
        </p:blipFill>
        <p:spPr>
          <a:xfrm rot="3072000">
            <a:off x="-2614320" y="-1976760"/>
            <a:ext cx="4433400" cy="3866040"/>
          </a:xfrm>
          <a:prstGeom prst="rect">
            <a:avLst/>
          </a:prstGeom>
          <a:noFill/>
          <a:ln w="0">
            <a:noFill/>
          </a:ln>
        </p:spPr>
      </p:pic>
      <p:sp>
        <p:nvSpPr>
          <p:cNvPr id="16" name="PlaceHolder 3"/>
          <p:cNvSpPr>
            <a:spLocks noGrp="1"/>
          </p:cNvSpPr>
          <p:nvPr>
            <p:ph type="body"/>
          </p:nvPr>
        </p:nvSpPr>
        <p:spPr>
          <a:xfrm>
            <a:off x="5782680" y="1249560"/>
            <a:ext cx="3360960" cy="3893760"/>
          </a:xfrm>
          <a:prstGeom prst="rect">
            <a:avLst/>
          </a:prstGeom>
          <a:noFill/>
          <a:ln w="0">
            <a:noFill/>
          </a:ln>
        </p:spPr>
        <p:txBody>
          <a:bodyPr lIns="90000" rIns="90000" tIns="45000" bIns="45000" anchor="t">
            <a:normAutofit fontScale="85000" lnSpcReduction="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
    <p:bg>
      <p:bgPr>
        <a:solidFill>
          <a:schemeClr val="lt1"/>
        </a:solidFill>
      </p:bgPr>
    </p:bg>
    <p:spTree>
      <p:nvGrpSpPr>
        <p:cNvPr id="1" name=""/>
        <p:cNvGrpSpPr/>
        <p:nvPr/>
      </p:nvGrpSpPr>
      <p:grpSpPr>
        <a:xfrm>
          <a:off x="0" y="0"/>
          <a:ext cx="0" cy="0"/>
          <a:chOff x="0" y="0"/>
          <a:chExt cx="0" cy="0"/>
        </a:xfrm>
      </p:grpSpPr>
      <p:pic>
        <p:nvPicPr>
          <p:cNvPr id="17" name="Google Shape;66;p16" descr=""/>
          <p:cNvPicPr/>
          <p:nvPr/>
        </p:nvPicPr>
        <p:blipFill>
          <a:blip r:embed="rId2">
            <a:alphaModFix amt="64000"/>
          </a:blip>
          <a:srcRect l="11021" t="0" r="13736" b="8153"/>
          <a:stretch/>
        </p:blipFill>
        <p:spPr>
          <a:xfrm rot="13175400">
            <a:off x="172080" y="-2061000"/>
            <a:ext cx="4599360" cy="4010400"/>
          </a:xfrm>
          <a:prstGeom prst="rect">
            <a:avLst/>
          </a:prstGeom>
          <a:noFill/>
          <a:ln w="0">
            <a:noFill/>
          </a:ln>
        </p:spPr>
      </p:pic>
      <p:sp>
        <p:nvSpPr>
          <p:cNvPr id="18" name="PlaceHolder 1"/>
          <p:cNvSpPr>
            <a:spLocks noGrp="1"/>
          </p:cNvSpPr>
          <p:nvPr>
            <p:ph type="title"/>
          </p:nvPr>
        </p:nvSpPr>
        <p:spPr>
          <a:xfrm>
            <a:off x="515160" y="212400"/>
            <a:ext cx="8113320" cy="644400"/>
          </a:xfrm>
          <a:prstGeom prst="rect">
            <a:avLst/>
          </a:prstGeom>
          <a:noFill/>
          <a:ln w="0">
            <a:noFill/>
          </a:ln>
        </p:spPr>
        <p:txBody>
          <a:bodyPr lIns="91440" rIns="91440" tIns="91440" bIns="91440" anchor="t">
            <a:noAutofit/>
          </a:bodyPr>
          <a:p>
            <a:pPr indent="0">
              <a:buNone/>
            </a:pPr>
            <a:r>
              <a:rPr b="0" lang="fr-FR" sz="3300" strike="noStrike" u="none">
                <a:solidFill>
                  <a:schemeClr val="dk1"/>
                </a:solidFill>
                <a:effectLst/>
                <a:uFillTx/>
                <a:latin typeface="Arial"/>
              </a:rPr>
              <a:t>Click to edit the title text format</a:t>
            </a:r>
            <a:endParaRPr b="0" lang="fr-FR" sz="3300" strike="noStrike" u="none">
              <a:solidFill>
                <a:schemeClr val="dk1"/>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2">
    <p:bg>
      <p:bgPr>
        <a:solidFill>
          <a:schemeClr val="lt1"/>
        </a:solidFill>
      </p:bgPr>
    </p:bg>
    <p:spTree>
      <p:nvGrpSpPr>
        <p:cNvPr id="1" name=""/>
        <p:cNvGrpSpPr/>
        <p:nvPr/>
      </p:nvGrpSpPr>
      <p:grpSpPr>
        <a:xfrm>
          <a:off x="0" y="0"/>
          <a:ext cx="0" cy="0"/>
          <a:chOff x="0" y="0"/>
          <a:chExt cx="0" cy="0"/>
        </a:xfrm>
      </p:grpSpPr>
      <p:pic>
        <p:nvPicPr>
          <p:cNvPr id="19" name="Google Shape;69;p17" descr=""/>
          <p:cNvPicPr/>
          <p:nvPr/>
        </p:nvPicPr>
        <p:blipFill>
          <a:blip r:embed="rId2">
            <a:alphaModFix amt="64000"/>
          </a:blip>
          <a:srcRect l="11021" t="0" r="13736" b="8153"/>
          <a:stretch/>
        </p:blipFill>
        <p:spPr>
          <a:xfrm rot="4050000">
            <a:off x="7011720" y="-2139120"/>
            <a:ext cx="6625800" cy="5777280"/>
          </a:xfrm>
          <a:prstGeom prst="rect">
            <a:avLst/>
          </a:prstGeom>
          <a:noFill/>
          <a:ln w="0">
            <a:noFill/>
          </a:ln>
        </p:spPr>
      </p:pic>
      <p:sp>
        <p:nvSpPr>
          <p:cNvPr id="20" name="PlaceHolder 1"/>
          <p:cNvSpPr>
            <a:spLocks noGrp="1"/>
          </p:cNvSpPr>
          <p:nvPr>
            <p:ph type="title"/>
          </p:nvPr>
        </p:nvSpPr>
        <p:spPr>
          <a:xfrm>
            <a:off x="515160" y="212400"/>
            <a:ext cx="8113320" cy="644400"/>
          </a:xfrm>
          <a:prstGeom prst="rect">
            <a:avLst/>
          </a:prstGeom>
          <a:noFill/>
          <a:ln w="0">
            <a:noFill/>
          </a:ln>
        </p:spPr>
        <p:txBody>
          <a:bodyPr lIns="91440" rIns="91440" tIns="91440" bIns="91440" anchor="t">
            <a:noAutofit/>
          </a:bodyPr>
          <a:p>
            <a:pPr indent="0">
              <a:buNone/>
            </a:pPr>
            <a:r>
              <a:rPr b="0" lang="fr-FR" sz="3300" strike="noStrike" u="none">
                <a:solidFill>
                  <a:schemeClr val="dk1"/>
                </a:solidFill>
                <a:effectLst/>
                <a:uFillTx/>
                <a:latin typeface="Arial"/>
              </a:rPr>
              <a:t>Click to edit the title text format</a:t>
            </a:r>
            <a:endParaRPr b="0" lang="fr-FR" sz="3300" strike="noStrike" u="none">
              <a:solidFill>
                <a:schemeClr val="dk1"/>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2">
    <p:bg>
      <p:bgPr>
        <a:solidFill>
          <a:schemeClr val="lt1"/>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486000" y="212400"/>
            <a:ext cx="8171280" cy="644400"/>
          </a:xfrm>
          <a:prstGeom prst="rect">
            <a:avLst/>
          </a:prstGeom>
          <a:noFill/>
          <a:ln w="0">
            <a:noFill/>
          </a:ln>
        </p:spPr>
        <p:txBody>
          <a:bodyPr lIns="91440" rIns="91440" tIns="91440" bIns="91440" anchor="t">
            <a:noAutofit/>
          </a:bodyPr>
          <a:p>
            <a:pPr indent="0">
              <a:buNone/>
            </a:pPr>
            <a:r>
              <a:rPr b="0" lang="fr-FR" sz="3300" strike="noStrike" u="none">
                <a:solidFill>
                  <a:schemeClr val="dk1"/>
                </a:solidFill>
                <a:effectLst/>
                <a:uFillTx/>
                <a:latin typeface="Arial"/>
              </a:rPr>
              <a:t>Click to edit the title text format</a:t>
            </a:r>
            <a:endParaRPr b="0" lang="fr-FR" sz="3300" strike="noStrike" u="none">
              <a:solidFill>
                <a:schemeClr val="dk1"/>
              </a:solidFill>
              <a:effectLst/>
              <a:uFillTx/>
              <a:latin typeface="Arial"/>
            </a:endParaRPr>
          </a:p>
        </p:txBody>
      </p:sp>
      <p:pic>
        <p:nvPicPr>
          <p:cNvPr id="22" name="Google Shape;79;p18" descr=""/>
          <p:cNvPicPr/>
          <p:nvPr/>
        </p:nvPicPr>
        <p:blipFill>
          <a:blip r:embed="rId2">
            <a:alphaModFix amt="64000"/>
          </a:blip>
          <a:srcRect l="11021" t="0" r="13736" b="8153"/>
          <a:stretch/>
        </p:blipFill>
        <p:spPr>
          <a:xfrm rot="4361400">
            <a:off x="5070240" y="2708640"/>
            <a:ext cx="6625800" cy="5777280"/>
          </a:xfrm>
          <a:prstGeom prst="rect">
            <a:avLst/>
          </a:prstGeom>
          <a:noFill/>
          <a:ln w="0">
            <a:noFill/>
          </a:ln>
        </p:spPr>
      </p:pic>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
    <p:bg>
      <p:bgPr>
        <a:solidFill>
          <a:schemeClr val="lt1"/>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12400"/>
            <a:ext cx="8171280" cy="644400"/>
          </a:xfrm>
          <a:prstGeom prst="rect">
            <a:avLst/>
          </a:prstGeom>
          <a:noFill/>
          <a:ln w="0">
            <a:noFill/>
          </a:ln>
        </p:spPr>
        <p:txBody>
          <a:bodyPr lIns="91440" rIns="91440" tIns="91440" bIns="91440" anchor="t">
            <a:noAutofit/>
          </a:bodyPr>
          <a:p>
            <a:pPr indent="0">
              <a:buNone/>
            </a:pPr>
            <a:r>
              <a:rPr b="0" lang="fr-FR" sz="3300" strike="noStrike" u="none">
                <a:solidFill>
                  <a:schemeClr val="dk1"/>
                </a:solidFill>
                <a:effectLst/>
                <a:uFillTx/>
                <a:latin typeface="Arial"/>
              </a:rPr>
              <a:t>Click to edit the title text format</a:t>
            </a:r>
            <a:endParaRPr b="0" lang="fr-FR" sz="3300" strike="noStrike" u="none">
              <a:solidFill>
                <a:schemeClr val="dk1"/>
              </a:solidFill>
              <a:effectLst/>
              <a:uFillTx/>
              <a:latin typeface="Arial"/>
            </a:endParaRPr>
          </a:p>
        </p:txBody>
      </p:sp>
      <p:pic>
        <p:nvPicPr>
          <p:cNvPr id="24" name="Google Shape;94;p19" descr=""/>
          <p:cNvPicPr/>
          <p:nvPr/>
        </p:nvPicPr>
        <p:blipFill>
          <a:blip r:embed="rId2">
            <a:alphaModFix amt="64000"/>
          </a:blip>
          <a:srcRect l="11021" t="0" r="13736" b="8153"/>
          <a:stretch/>
        </p:blipFill>
        <p:spPr>
          <a:xfrm rot="11382600">
            <a:off x="5733360" y="-2468880"/>
            <a:ext cx="6625800" cy="5777280"/>
          </a:xfrm>
          <a:prstGeom prst="rect">
            <a:avLst/>
          </a:prstGeom>
          <a:noFill/>
          <a:ln w="0">
            <a:noFill/>
          </a:ln>
        </p:spPr>
      </p:pic>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bg>
      <p:bgPr>
        <a:solidFill>
          <a:schemeClr val="lt1"/>
        </a:solid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457560" y="535680"/>
            <a:ext cx="3417840" cy="754200"/>
          </a:xfrm>
          <a:prstGeom prst="rect">
            <a:avLst/>
          </a:prstGeom>
          <a:noFill/>
          <a:ln w="0">
            <a:noFill/>
          </a:ln>
        </p:spPr>
        <p:txBody>
          <a:bodyPr lIns="91440" rIns="91440" tIns="91440" bIns="91440" anchor="b">
            <a:noAutofit/>
          </a:bodyPr>
          <a:p>
            <a:pPr indent="0">
              <a:lnSpc>
                <a:spcPct val="100000"/>
              </a:lnSpc>
              <a:buNone/>
            </a:pPr>
            <a:r>
              <a:rPr b="0" i="1" lang="fr-FR" sz="4300" strike="noStrike" u="none">
                <a:solidFill>
                  <a:schemeClr val="dk1"/>
                </a:solidFill>
                <a:effectLst/>
                <a:uFillTx/>
                <a:latin typeface="Viaoda Libre"/>
                <a:ea typeface="Viaoda Libre"/>
              </a:rPr>
              <a:t>xx%</a:t>
            </a:r>
            <a:endParaRPr b="0" lang="fr-FR" sz="4300" strike="noStrike" u="none">
              <a:solidFill>
                <a:schemeClr val="dk1"/>
              </a:solidFill>
              <a:effectLst/>
              <a:uFillTx/>
              <a:latin typeface="Arial"/>
            </a:endParaRPr>
          </a:p>
        </p:txBody>
      </p:sp>
      <p:sp>
        <p:nvSpPr>
          <p:cNvPr id="26" name="PlaceHolder 2"/>
          <p:cNvSpPr>
            <a:spLocks noGrp="1"/>
          </p:cNvSpPr>
          <p:nvPr>
            <p:ph type="title"/>
          </p:nvPr>
        </p:nvSpPr>
        <p:spPr>
          <a:xfrm>
            <a:off x="5268600" y="3691080"/>
            <a:ext cx="3417840" cy="754200"/>
          </a:xfrm>
          <a:prstGeom prst="rect">
            <a:avLst/>
          </a:prstGeom>
          <a:noFill/>
          <a:ln w="0">
            <a:noFill/>
          </a:ln>
        </p:spPr>
        <p:txBody>
          <a:bodyPr lIns="91440" rIns="91440" tIns="91440" bIns="91440" anchor="b">
            <a:noAutofit/>
          </a:bodyPr>
          <a:p>
            <a:pPr indent="0" algn="r">
              <a:lnSpc>
                <a:spcPct val="100000"/>
              </a:lnSpc>
              <a:buNone/>
            </a:pPr>
            <a:r>
              <a:rPr b="0" i="1" lang="fr-FR" sz="4300" strike="noStrike" u="none">
                <a:solidFill>
                  <a:schemeClr val="dk1"/>
                </a:solidFill>
                <a:effectLst/>
                <a:uFillTx/>
                <a:latin typeface="Viaoda Libre"/>
                <a:ea typeface="Viaoda Libre"/>
              </a:rPr>
              <a:t>xx%</a:t>
            </a:r>
            <a:endParaRPr b="0" lang="fr-FR" sz="4300" strike="noStrike" u="none">
              <a:solidFill>
                <a:schemeClr val="dk1"/>
              </a:solidFill>
              <a:effectLst/>
              <a:uFillTx/>
              <a:latin typeface="Arial"/>
            </a:endParaRPr>
          </a:p>
        </p:txBody>
      </p:sp>
      <p:pic>
        <p:nvPicPr>
          <p:cNvPr id="27" name="Google Shape;100;p20" descr=""/>
          <p:cNvPicPr/>
          <p:nvPr/>
        </p:nvPicPr>
        <p:blipFill>
          <a:blip r:embed="rId2">
            <a:alphaModFix amt="64000"/>
          </a:blip>
          <a:srcRect l="11021" t="0" r="13736" b="8153"/>
          <a:stretch/>
        </p:blipFill>
        <p:spPr>
          <a:xfrm rot="20224800">
            <a:off x="-2000520" y="1667880"/>
            <a:ext cx="6625800" cy="5777280"/>
          </a:xfrm>
          <a:prstGeom prst="rect">
            <a:avLst/>
          </a:prstGeom>
          <a:noFill/>
          <a:ln w="0">
            <a:noFill/>
          </a:ln>
        </p:spPr>
      </p:pic>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2478960" y="1791000"/>
            <a:ext cx="6207840" cy="2911680"/>
          </a:xfrm>
          <a:prstGeom prst="rect">
            <a:avLst/>
          </a:prstGeom>
          <a:noFill/>
          <a:ln w="0">
            <a:noFill/>
          </a:ln>
        </p:spPr>
        <p:txBody>
          <a:bodyPr lIns="91440" rIns="91440" tIns="91440" bIns="91440" anchor="b">
            <a:noAutofit/>
          </a:bodyPr>
          <a:p>
            <a:pPr indent="0">
              <a:buNone/>
            </a:pPr>
            <a:r>
              <a:rPr b="0" lang="fr-FR" sz="4800" strike="noStrike" u="none">
                <a:solidFill>
                  <a:schemeClr val="dk1"/>
                </a:solidFill>
                <a:effectLst/>
                <a:uFillTx/>
                <a:latin typeface="Arial"/>
              </a:rPr>
              <a:t>Click to edit the title text format</a:t>
            </a:r>
            <a:endParaRPr b="0" lang="fr-FR" sz="4800" strike="noStrike" u="none">
              <a:solidFill>
                <a:schemeClr val="dk1"/>
              </a:solidFill>
              <a:effectLst/>
              <a:uFillTx/>
              <a:latin typeface="Arial"/>
            </a:endParaRPr>
          </a:p>
        </p:txBody>
      </p:sp>
      <p:sp>
        <p:nvSpPr>
          <p:cNvPr id="29" name="PlaceHolder 2"/>
          <p:cNvSpPr>
            <a:spLocks noGrp="1"/>
          </p:cNvSpPr>
          <p:nvPr>
            <p:ph type="title"/>
          </p:nvPr>
        </p:nvSpPr>
        <p:spPr>
          <a:xfrm>
            <a:off x="457200" y="440280"/>
            <a:ext cx="1294920" cy="762840"/>
          </a:xfrm>
          <a:prstGeom prst="rect">
            <a:avLst/>
          </a:prstGeom>
          <a:noFill/>
          <a:ln w="0">
            <a:noFill/>
          </a:ln>
        </p:spPr>
        <p:txBody>
          <a:bodyPr lIns="91440" rIns="91440" tIns="91440" bIns="91440" anchor="ctr">
            <a:noAutofit/>
          </a:bodyPr>
          <a:p>
            <a:pPr indent="0">
              <a:lnSpc>
                <a:spcPct val="100000"/>
              </a:lnSpc>
              <a:buNone/>
            </a:pPr>
            <a:r>
              <a:rPr b="0" i="1" lang="fr-FR" sz="6500" strike="noStrike" u="none">
                <a:solidFill>
                  <a:schemeClr val="dk1"/>
                </a:solidFill>
                <a:effectLst/>
                <a:uFillTx/>
                <a:latin typeface="Viaoda Libre"/>
                <a:ea typeface="Viaoda Libre"/>
              </a:rPr>
              <a:t>xx%</a:t>
            </a:r>
            <a:endParaRPr b="0" lang="fr-FR" sz="6500" strike="noStrike" u="none">
              <a:solidFill>
                <a:schemeClr val="dk1"/>
              </a:solidFill>
              <a:effectLst/>
              <a:uFillTx/>
              <a:latin typeface="Arial"/>
            </a:endParaRPr>
          </a:p>
        </p:txBody>
      </p:sp>
      <p:pic>
        <p:nvPicPr>
          <p:cNvPr id="30" name="Google Shape;15;p3" descr=""/>
          <p:cNvPicPr/>
          <p:nvPr/>
        </p:nvPicPr>
        <p:blipFill>
          <a:blip r:embed="rId2">
            <a:alphaModFix amt="64000"/>
          </a:blip>
          <a:srcRect l="11021" t="0" r="13736" b="8153"/>
          <a:stretch/>
        </p:blipFill>
        <p:spPr>
          <a:xfrm rot="8601600">
            <a:off x="2378880" y="-4229280"/>
            <a:ext cx="8775720" cy="7652160"/>
          </a:xfrm>
          <a:prstGeom prst="rect">
            <a:avLst/>
          </a:prstGeom>
          <a:noFill/>
          <a:ln w="0">
            <a:noFill/>
          </a:ln>
        </p:spPr>
      </p:pic>
      <p:sp>
        <p:nvSpPr>
          <p:cNvPr id="31"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chemeClr val="lt1"/>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3242880" y="456480"/>
            <a:ext cx="5443200" cy="1035720"/>
          </a:xfrm>
          <a:prstGeom prst="rect">
            <a:avLst/>
          </a:prstGeom>
          <a:noFill/>
          <a:ln w="0">
            <a:noFill/>
          </a:ln>
        </p:spPr>
        <p:txBody>
          <a:bodyPr lIns="91440" rIns="91440" tIns="91440" bIns="91440" anchor="b">
            <a:noAutofit/>
          </a:bodyPr>
          <a:p>
            <a:pPr indent="0">
              <a:buNone/>
            </a:pPr>
            <a:r>
              <a:rPr b="0" lang="fr-FR" sz="7400" strike="noStrike" u="none">
                <a:solidFill>
                  <a:schemeClr val="dk1"/>
                </a:solidFill>
                <a:effectLst/>
                <a:uFillTx/>
                <a:latin typeface="Arial"/>
              </a:rPr>
              <a:t>Click to edit the title text format</a:t>
            </a:r>
            <a:endParaRPr b="0" lang="fr-FR" sz="7400" strike="noStrike" u="none">
              <a:solidFill>
                <a:schemeClr val="dk1"/>
              </a:solidFill>
              <a:effectLst/>
              <a:uFillTx/>
              <a:latin typeface="Arial"/>
            </a:endParaRPr>
          </a:p>
        </p:txBody>
      </p:sp>
      <p:sp>
        <p:nvSpPr>
          <p:cNvPr id="33" name="Google Shape;104;p21"/>
          <p:cNvSpPr/>
          <p:nvPr/>
        </p:nvSpPr>
        <p:spPr>
          <a:xfrm>
            <a:off x="457200" y="3846960"/>
            <a:ext cx="5757120" cy="555120"/>
          </a:xfrm>
          <a:prstGeom prst="rect">
            <a:avLst/>
          </a:prstGeom>
          <a:noFill/>
          <a:ln w="0">
            <a:noFill/>
          </a:ln>
        </p:spPr>
        <p:style>
          <a:lnRef idx="0"/>
          <a:fillRef idx="0"/>
          <a:effectRef idx="0"/>
          <a:fontRef idx="minor"/>
        </p:style>
        <p:txBody>
          <a:bodyPr tIns="91440" bIns="91440" anchor="t">
            <a:noAutofit/>
          </a:bodyPr>
          <a:p>
            <a:pPr defTabSz="914400">
              <a:lnSpc>
                <a:spcPct val="100000"/>
              </a:lnSpc>
              <a:tabLst>
                <a:tab algn="l" pos="0"/>
              </a:tabLst>
            </a:pPr>
            <a:r>
              <a:rPr b="0" lang="en" sz="1200" strike="noStrike" u="none">
                <a:solidFill>
                  <a:schemeClr val="dk1"/>
                </a:solidFill>
                <a:effectLst/>
                <a:uFillTx/>
                <a:latin typeface="Albert Sans"/>
                <a:ea typeface="Albert Sans"/>
              </a:rPr>
              <a:t>CREDITS: This presentation template was created by </a:t>
            </a:r>
            <a:r>
              <a:rPr b="1" lang="en" sz="1200" strike="noStrike" u="sng">
                <a:solidFill>
                  <a:schemeClr val="dk1"/>
                </a:solidFill>
                <a:effectLst/>
                <a:uFillTx/>
                <a:latin typeface="Albert Sans"/>
                <a:ea typeface="Albert Sans"/>
                <a:hlinkClick r:id="rId2"/>
              </a:rPr>
              <a:t>Slidesgo</a:t>
            </a:r>
            <a:r>
              <a:rPr b="0" lang="en" sz="1200" strike="noStrike" u="none">
                <a:solidFill>
                  <a:schemeClr val="dk1"/>
                </a:solidFill>
                <a:effectLst/>
                <a:uFillTx/>
                <a:latin typeface="Albert Sans"/>
                <a:ea typeface="Albert Sans"/>
              </a:rPr>
              <a:t>, and includes icons, infographics &amp; images by </a:t>
            </a:r>
            <a:r>
              <a:rPr b="1" lang="en" sz="1200" strike="noStrike" u="sng">
                <a:solidFill>
                  <a:schemeClr val="dk1"/>
                </a:solidFill>
                <a:effectLst/>
                <a:uFillTx/>
                <a:latin typeface="Albert Sans"/>
                <a:ea typeface="Albert Sans"/>
                <a:hlinkClick r:id="rId3"/>
              </a:rPr>
              <a:t>Freepik</a:t>
            </a:r>
            <a:r>
              <a:rPr b="1" lang="en" sz="1200" strike="noStrike" u="none">
                <a:solidFill>
                  <a:schemeClr val="dk1"/>
                </a:solidFill>
                <a:effectLst/>
                <a:uFillTx/>
                <a:latin typeface="Albert Sans"/>
                <a:ea typeface="Albert Sans"/>
              </a:rPr>
              <a:t> </a:t>
            </a:r>
            <a:endParaRPr b="0" lang="en-US" sz="1200" strike="noStrike" u="none">
              <a:solidFill>
                <a:srgbClr val="000000"/>
              </a:solidFill>
              <a:effectLst/>
              <a:uFillTx/>
              <a:latin typeface="OpenSymbo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1">
    <p:bg>
      <p:bgPr>
        <a:solidFill>
          <a:schemeClr val="lt1"/>
        </a:solidFill>
      </p:bgPr>
    </p:bg>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1_1">
    <p:bg>
      <p:bgPr>
        <a:solidFill>
          <a:schemeClr val="lt1"/>
        </a:solidFill>
      </p:bgPr>
    </p:bg>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34" name="PlaceHolder 1"/>
          <p:cNvSpPr>
            <a:spLocks noGrp="1"/>
          </p:cNvSpPr>
          <p:nvPr>
            <p:ph type="body"/>
          </p:nvPr>
        </p:nvSpPr>
        <p:spPr>
          <a:xfrm>
            <a:off x="457200" y="1221480"/>
            <a:ext cx="8233560" cy="130140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200" strike="noStrike" u="none">
                <a:solidFill>
                  <a:srgbClr val="000000"/>
                </a:solidFill>
                <a:effectLst/>
                <a:uFillTx/>
                <a:latin typeface="Arial"/>
              </a:rPr>
              <a:t>Click to edit the outline text format</a:t>
            </a:r>
            <a:endParaRPr b="0" lang="fr-FR" sz="1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200" strike="noStrike" u="none">
                <a:solidFill>
                  <a:srgbClr val="000000"/>
                </a:solidFill>
                <a:effectLst/>
                <a:uFillTx/>
                <a:latin typeface="Arial"/>
              </a:rPr>
              <a:t>Second Outline Level</a:t>
            </a:r>
            <a:endParaRPr b="0" lang="fr-FR" sz="12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200" strike="noStrike" u="none">
                <a:solidFill>
                  <a:srgbClr val="000000"/>
                </a:solidFill>
                <a:effectLst/>
                <a:uFillTx/>
                <a:latin typeface="Arial"/>
              </a:rPr>
              <a:t>Third Outline Level</a:t>
            </a:r>
            <a:endParaRPr b="0" lang="fr-FR" sz="12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200" strike="noStrike" u="none">
                <a:solidFill>
                  <a:srgbClr val="000000"/>
                </a:solidFill>
                <a:effectLst/>
                <a:uFillTx/>
                <a:latin typeface="Arial"/>
              </a:rPr>
              <a:t>Fourth Outline Level</a:t>
            </a:r>
            <a:endParaRPr b="0" lang="fr-FR" sz="12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Fifth Outline Level</a:t>
            </a:r>
            <a:endParaRPr b="0" lang="fr-FR" sz="12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Sixth Outline Level</a:t>
            </a:r>
            <a:endParaRPr b="0" lang="fr-FR" sz="12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Seventh Outline Level</a:t>
            </a:r>
            <a:endParaRPr b="0" lang="fr-FR" sz="1200" strike="noStrike" u="none">
              <a:solidFill>
                <a:srgbClr val="000000"/>
              </a:solidFill>
              <a:effectLst/>
              <a:uFillTx/>
              <a:latin typeface="Arial"/>
            </a:endParaRPr>
          </a:p>
        </p:txBody>
      </p:sp>
      <p:sp>
        <p:nvSpPr>
          <p:cNvPr id="35" name="PlaceHolder 2"/>
          <p:cNvSpPr>
            <a:spLocks noGrp="1"/>
          </p:cNvSpPr>
          <p:nvPr>
            <p:ph type="title"/>
          </p:nvPr>
        </p:nvSpPr>
        <p:spPr>
          <a:xfrm>
            <a:off x="515160" y="212400"/>
            <a:ext cx="8113320" cy="644400"/>
          </a:xfrm>
          <a:prstGeom prst="rect">
            <a:avLst/>
          </a:prstGeom>
          <a:noFill/>
          <a:ln w="0">
            <a:noFill/>
          </a:ln>
        </p:spPr>
        <p:txBody>
          <a:bodyPr lIns="91440" rIns="91440" tIns="91440" bIns="91440" anchor="t">
            <a:noAutofit/>
          </a:bodyPr>
          <a:p>
            <a:pPr indent="0">
              <a:buNone/>
            </a:pPr>
            <a:r>
              <a:rPr b="0" lang="fr-FR" sz="3300" strike="noStrike" u="none">
                <a:solidFill>
                  <a:schemeClr val="dk1"/>
                </a:solidFill>
                <a:effectLst/>
                <a:uFillTx/>
                <a:latin typeface="Arial"/>
              </a:rPr>
              <a:t>Click to edit the title text format</a:t>
            </a:r>
            <a:endParaRPr b="0" lang="fr-FR" sz="3300" strike="noStrike" u="none">
              <a:solidFill>
                <a:schemeClr val="dk1"/>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212400"/>
            <a:ext cx="8229240" cy="644400"/>
          </a:xfrm>
          <a:prstGeom prst="rect">
            <a:avLst/>
          </a:prstGeom>
          <a:noFill/>
          <a:ln w="0">
            <a:noFill/>
          </a:ln>
        </p:spPr>
        <p:txBody>
          <a:bodyPr lIns="91440" rIns="91440" tIns="91440" bIns="91440" anchor="t">
            <a:noAutofit/>
          </a:bodyPr>
          <a:p>
            <a:pPr indent="0">
              <a:buNone/>
            </a:pPr>
            <a:r>
              <a:rPr b="0" lang="fr-FR" sz="3300" strike="noStrike" u="none">
                <a:solidFill>
                  <a:schemeClr val="dk1"/>
                </a:solidFill>
                <a:effectLst/>
                <a:uFillTx/>
                <a:latin typeface="Arial"/>
              </a:rPr>
              <a:t>Click to edit the title text format</a:t>
            </a:r>
            <a:endParaRPr b="0" lang="fr-FR" sz="3300" strike="noStrike" u="none">
              <a:solidFill>
                <a:schemeClr val="dk1"/>
              </a:solidFill>
              <a:effectLst/>
              <a:uFillTx/>
              <a:latin typeface="Arial"/>
            </a:endParaRPr>
          </a:p>
        </p:txBody>
      </p:sp>
      <p:pic>
        <p:nvPicPr>
          <p:cNvPr id="37" name="Google Shape;25;p5" descr=""/>
          <p:cNvPicPr/>
          <p:nvPr/>
        </p:nvPicPr>
        <p:blipFill>
          <a:blip r:embed="rId2">
            <a:alphaModFix amt="64000"/>
          </a:blip>
          <a:srcRect l="11021" t="0" r="13736" b="8153"/>
          <a:stretch/>
        </p:blipFill>
        <p:spPr>
          <a:xfrm rot="2200200">
            <a:off x="-3751920" y="-381240"/>
            <a:ext cx="6625800" cy="5777280"/>
          </a:xfrm>
          <a:prstGeom prst="rect">
            <a:avLst/>
          </a:prstGeom>
          <a:noFill/>
          <a:ln w="0">
            <a:noFill/>
          </a:ln>
        </p:spPr>
      </p:pic>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pic>
        <p:nvPicPr>
          <p:cNvPr id="38" name="Google Shape;27;p6" descr=""/>
          <p:cNvPicPr/>
          <p:nvPr/>
        </p:nvPicPr>
        <p:blipFill>
          <a:blip r:embed="rId2">
            <a:alphaModFix amt="64000"/>
          </a:blip>
          <a:srcRect l="11021" t="0" r="13736" b="8153"/>
          <a:stretch/>
        </p:blipFill>
        <p:spPr>
          <a:xfrm rot="15790200">
            <a:off x="-1680840" y="-1717200"/>
            <a:ext cx="4467240" cy="3895200"/>
          </a:xfrm>
          <a:prstGeom prst="rect">
            <a:avLst/>
          </a:prstGeom>
          <a:noFill/>
          <a:ln w="0">
            <a:noFill/>
          </a:ln>
        </p:spPr>
      </p:pic>
      <p:sp>
        <p:nvSpPr>
          <p:cNvPr id="39" name="PlaceHolder 1"/>
          <p:cNvSpPr>
            <a:spLocks noGrp="1"/>
          </p:cNvSpPr>
          <p:nvPr>
            <p:ph type="title"/>
          </p:nvPr>
        </p:nvSpPr>
        <p:spPr>
          <a:xfrm>
            <a:off x="515160" y="212400"/>
            <a:ext cx="8113320" cy="644400"/>
          </a:xfrm>
          <a:prstGeom prst="rect">
            <a:avLst/>
          </a:prstGeom>
          <a:noFill/>
          <a:ln w="0">
            <a:noFill/>
          </a:ln>
        </p:spPr>
        <p:txBody>
          <a:bodyPr lIns="91440" rIns="91440" tIns="91440" bIns="91440" anchor="t">
            <a:noAutofit/>
          </a:bodyPr>
          <a:p>
            <a:pPr indent="0">
              <a:buNone/>
            </a:pPr>
            <a:r>
              <a:rPr b="0" lang="fr-FR" sz="3300" strike="noStrike" u="none">
                <a:solidFill>
                  <a:schemeClr val="dk1"/>
                </a:solidFill>
                <a:effectLst/>
                <a:uFillTx/>
                <a:latin typeface="Arial"/>
              </a:rPr>
              <a:t>Click to edit the title text format</a:t>
            </a:r>
            <a:endParaRPr b="0" lang="fr-FR" sz="3300" strike="noStrike" u="none">
              <a:solidFill>
                <a:schemeClr val="dk1"/>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40" name="PlaceHolder 1"/>
          <p:cNvSpPr>
            <a:spLocks noGrp="1"/>
          </p:cNvSpPr>
          <p:nvPr>
            <p:ph type="body"/>
          </p:nvPr>
        </p:nvSpPr>
        <p:spPr>
          <a:xfrm>
            <a:off x="4053600" y="1704960"/>
            <a:ext cx="4512600" cy="28364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Fifth Outline Level</a:t>
            </a:r>
            <a:endParaRPr b="0" lang="fr-FR" sz="14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Sixth Outline Level</a:t>
            </a:r>
            <a:endParaRPr b="0" lang="fr-FR" sz="14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Seventh Outline Level</a:t>
            </a:r>
            <a:endParaRPr b="0" lang="fr-FR" sz="1400" strike="noStrike" u="none">
              <a:solidFill>
                <a:srgbClr val="000000"/>
              </a:solidFill>
              <a:effectLst/>
              <a:uFillTx/>
              <a:latin typeface="Arial"/>
            </a:endParaRPr>
          </a:p>
        </p:txBody>
      </p:sp>
      <p:sp>
        <p:nvSpPr>
          <p:cNvPr id="41" name="PlaceHolder 2"/>
          <p:cNvSpPr>
            <a:spLocks noGrp="1"/>
          </p:cNvSpPr>
          <p:nvPr>
            <p:ph type="title"/>
          </p:nvPr>
        </p:nvSpPr>
        <p:spPr>
          <a:xfrm>
            <a:off x="515160" y="212400"/>
            <a:ext cx="8113320" cy="644400"/>
          </a:xfrm>
          <a:prstGeom prst="rect">
            <a:avLst/>
          </a:prstGeom>
          <a:noFill/>
          <a:ln w="0">
            <a:noFill/>
          </a:ln>
        </p:spPr>
        <p:txBody>
          <a:bodyPr lIns="91440" rIns="91440" tIns="91440" bIns="91440" anchor="t">
            <a:noAutofit/>
          </a:bodyPr>
          <a:p>
            <a:pPr indent="0">
              <a:buNone/>
            </a:pPr>
            <a:r>
              <a:rPr b="0" lang="fr-FR" sz="3300" strike="noStrike" u="none">
                <a:solidFill>
                  <a:schemeClr val="dk1"/>
                </a:solidFill>
                <a:effectLst/>
                <a:uFillTx/>
                <a:latin typeface="Arial"/>
              </a:rPr>
              <a:t>Click to edit the title text format</a:t>
            </a:r>
            <a:endParaRPr b="0" lang="fr-FR" sz="3300" strike="noStrike" u="none">
              <a:solidFill>
                <a:schemeClr val="dk1"/>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1388160" y="1307160"/>
            <a:ext cx="6367320" cy="2529000"/>
          </a:xfrm>
          <a:prstGeom prst="rect">
            <a:avLst/>
          </a:prstGeom>
          <a:noFill/>
          <a:ln w="0">
            <a:noFill/>
          </a:ln>
        </p:spPr>
        <p:txBody>
          <a:bodyPr lIns="91440" rIns="91440" tIns="91440" bIns="91440" anchor="ctr">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515160" y="212400"/>
            <a:ext cx="8113320" cy="644400"/>
          </a:xfrm>
          <a:prstGeom prst="rect">
            <a:avLst/>
          </a:prstGeom>
          <a:noFill/>
          <a:ln w="0">
            <a:noFill/>
          </a:ln>
        </p:spPr>
        <p:txBody>
          <a:bodyPr lIns="91440" rIns="91440" tIns="91440" bIns="91440" anchor="t">
            <a:noAutofit/>
          </a:bodyPr>
          <a:p>
            <a:pPr indent="0">
              <a:buNone/>
            </a:pPr>
            <a:r>
              <a:rPr b="0" lang="fr-FR" sz="3300" strike="noStrike" u="none">
                <a:solidFill>
                  <a:schemeClr val="dk1"/>
                </a:solidFill>
                <a:effectLst/>
                <a:uFillTx/>
                <a:latin typeface="Arial"/>
              </a:rPr>
              <a:t>Click to edit the title text format</a:t>
            </a:r>
            <a:endParaRPr b="0" lang="fr-FR" sz="3300" strike="noStrike" u="none">
              <a:solidFill>
                <a:schemeClr val="dk1"/>
              </a:solidFill>
              <a:effectLst/>
              <a:uFillTx/>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44"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45" name="PlaceHolder 2"/>
          <p:cNvSpPr>
            <a:spLocks noGrp="1"/>
          </p:cNvSpPr>
          <p:nvPr>
            <p:ph type="title"/>
          </p:nvPr>
        </p:nvSpPr>
        <p:spPr>
          <a:xfrm>
            <a:off x="469080" y="370800"/>
            <a:ext cx="2841480" cy="733680"/>
          </a:xfrm>
          <a:prstGeom prst="rect">
            <a:avLst/>
          </a:prstGeom>
          <a:solidFill>
            <a:schemeClr val="lt1"/>
          </a:solidFill>
          <a:ln w="0">
            <a:noFill/>
          </a:ln>
        </p:spPr>
        <p:txBody>
          <a:bodyPr lIns="91440" rIns="91440" tIns="91440" bIns="91440" anchor="t">
            <a:noAutofit/>
          </a:bodyPr>
          <a:p>
            <a:pPr indent="0">
              <a:buNone/>
            </a:pPr>
            <a:r>
              <a:rPr b="0" lang="fr-FR" sz="1900" strike="noStrike" u="none">
                <a:solidFill>
                  <a:schemeClr val="dk1"/>
                </a:solidFill>
                <a:effectLst/>
                <a:uFillTx/>
                <a:latin typeface="Arial"/>
              </a:rPr>
              <a:t>Click to edit the title text format</a:t>
            </a:r>
            <a:endParaRPr b="0" lang="fr-FR" sz="1900" strike="noStrike" u="none">
              <a:solidFill>
                <a:schemeClr val="dk1"/>
              </a:solidFill>
              <a:effectLst/>
              <a:uFillTx/>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chemeClr val="dk1"/>
        </a:solidFill>
      </p:bgPr>
    </p:bg>
    <p:spTree>
      <p:nvGrpSpPr>
        <p:cNvPr id="1" name=""/>
        <p:cNvGrpSpPr/>
        <p:nvPr/>
      </p:nvGrpSpPr>
      <p:grpSpPr>
        <a:xfrm>
          <a:off x="0" y="0"/>
          <a:ext cx="0" cy="0"/>
          <a:chOff x="0" y="0"/>
          <a:chExt cx="0" cy="0"/>
        </a:xfrm>
      </p:grpSpPr>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bg>
      <p:bgPr>
        <a:solidFill>
          <a:schemeClr val="dk1"/>
        </a:solidFill>
      </p:bgPr>
    </p:bg>
    <p:spTree>
      <p:nvGrpSpPr>
        <p:cNvPr id="1" name=""/>
        <p:cNvGrpSpPr/>
        <p:nvPr/>
      </p:nvGrpSpPr>
      <p:grpSpPr>
        <a:xfrm>
          <a:off x="0" y="0"/>
          <a:ext cx="0" cy="0"/>
          <a:chOff x="0" y="0"/>
          <a:chExt cx="0" cy="0"/>
        </a:xfrm>
      </p:grpSpPr>
      <p:sp>
        <p:nvSpPr>
          <p:cNvPr id="46" name="Google Shape;112;p26"/>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7"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bg>
      <p:bgPr>
        <a:solidFill>
          <a:schemeClr val="dk1"/>
        </a:solidFill>
      </p:bgPr>
    </p:bg>
    <p:spTree>
      <p:nvGrpSpPr>
        <p:cNvPr id="1" name=""/>
        <p:cNvGrpSpPr/>
        <p:nvPr/>
      </p:nvGrpSpPr>
      <p:grpSpPr>
        <a:xfrm>
          <a:off x="0" y="0"/>
          <a:ext cx="0" cy="0"/>
          <a:chOff x="0" y="0"/>
          <a:chExt cx="0" cy="0"/>
        </a:xfrm>
      </p:grpSpPr>
      <p:sp>
        <p:nvSpPr>
          <p:cNvPr id="48" name="Google Shape;115;p27"/>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9"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50"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2" r:id="rId2"/>
    <p:sldLayoutId id="2147483673" r:id="rId3"/>
    <p:sldLayoutId id="2147483674"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6.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6.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6.xml"/>
</Relationships>
</file>

<file path=ppt/slides/_rels/slide11.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6.xml"/>
</Relationships>
</file>

<file path=ppt/slides/_rels/slide1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PlaceHolder 1"/>
          <p:cNvSpPr>
            <a:spLocks noGrp="1"/>
          </p:cNvSpPr>
          <p:nvPr>
            <p:ph type="subTitle"/>
          </p:nvPr>
        </p:nvSpPr>
        <p:spPr>
          <a:xfrm>
            <a:off x="457200" y="4390920"/>
            <a:ext cx="4219200" cy="380520"/>
          </a:xfrm>
          <a:prstGeom prst="rect">
            <a:avLst/>
          </a:prstGeom>
          <a:noFill/>
          <a:ln w="0">
            <a:noFill/>
          </a:ln>
        </p:spPr>
        <p:txBody>
          <a:bodyPr lIns="91440" rIns="91440" tIns="91440" bIns="91440" anchor="t">
            <a:normAutofit fontScale="92500" lnSpcReduction="19999"/>
          </a:bodyPr>
          <a:p>
            <a:pPr>
              <a:lnSpc>
                <a:spcPct val="100000"/>
              </a:lnSpc>
              <a:tabLst>
                <a:tab algn="l" pos="0"/>
              </a:tabLst>
            </a:pPr>
            <a:r>
              <a:rPr b="0" lang="en-US" sz="1600" strike="noStrike" u="none">
                <a:solidFill>
                  <a:schemeClr val="dk1"/>
                </a:solidFill>
                <a:effectLst/>
                <a:uFillTx/>
                <a:latin typeface="Albert Sans"/>
                <a:ea typeface="Albert Sans"/>
              </a:rPr>
              <a:t>Purpose and Connectivity Testing</a:t>
            </a:r>
            <a:endParaRPr b="0" lang="en-US" sz="1600" strike="noStrike" u="none">
              <a:solidFill>
                <a:srgbClr val="000000"/>
              </a:solidFill>
              <a:effectLst/>
              <a:uFillTx/>
              <a:latin typeface="OpenSymbol"/>
            </a:endParaRPr>
          </a:p>
        </p:txBody>
      </p:sp>
      <p:sp>
        <p:nvSpPr>
          <p:cNvPr id="52" name="PlaceHolder 2"/>
          <p:cNvSpPr>
            <a:spLocks noGrp="1"/>
          </p:cNvSpPr>
          <p:nvPr>
            <p:ph type="title"/>
          </p:nvPr>
        </p:nvSpPr>
        <p:spPr>
          <a:xfrm>
            <a:off x="457200" y="371520"/>
            <a:ext cx="7934040" cy="2428560"/>
          </a:xfrm>
          <a:prstGeom prst="rect">
            <a:avLst/>
          </a:prstGeom>
          <a:noFill/>
          <a:ln w="0">
            <a:noFill/>
          </a:ln>
        </p:spPr>
        <p:txBody>
          <a:bodyPr lIns="91440" rIns="91440" tIns="91440" bIns="91440" anchor="t">
            <a:normAutofit/>
          </a:bodyPr>
          <a:p>
            <a:pPr indent="0">
              <a:lnSpc>
                <a:spcPct val="100000"/>
              </a:lnSpc>
              <a:buNone/>
              <a:tabLst>
                <a:tab algn="l" pos="0"/>
              </a:tabLst>
            </a:pPr>
            <a:r>
              <a:rPr b="0" lang="en-US" sz="7500" strike="noStrike" u="none">
                <a:solidFill>
                  <a:schemeClr val="dk1"/>
                </a:solidFill>
                <a:effectLst/>
                <a:uFillTx/>
                <a:latin typeface="Viaoda Libre"/>
                <a:ea typeface="Viaoda Libre"/>
              </a:rPr>
              <a:t>PING</a:t>
            </a:r>
            <a:r>
              <a:rPr b="0" i="1" lang="en-US" sz="7500" strike="noStrike" u="none">
                <a:solidFill>
                  <a:schemeClr val="dk1"/>
                </a:solidFill>
                <a:effectLst/>
                <a:uFillTx/>
                <a:latin typeface="Viaoda Libre"/>
                <a:ea typeface="Viaoda Libre"/>
              </a:rPr>
              <a:t> Command</a:t>
            </a:r>
            <a:endParaRPr b="0" lang="fr-FR" sz="75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PlaceHolder 1"/>
          <p:cNvSpPr>
            <a:spLocks noGrp="1"/>
          </p:cNvSpPr>
          <p:nvPr>
            <p:ph/>
          </p:nvPr>
        </p:nvSpPr>
        <p:spPr>
          <a:xfrm>
            <a:off x="847800" y="1200240"/>
            <a:ext cx="4619160" cy="2104560"/>
          </a:xfrm>
          <a:prstGeom prst="rect">
            <a:avLst/>
          </a:prstGeom>
          <a:noFill/>
          <a:ln w="0">
            <a:noFill/>
          </a:ln>
        </p:spPr>
        <p:txBody>
          <a:bodyPr lIns="91440" rIns="91440" tIns="91440" bIns="91440" anchor="t">
            <a:normAutofit fontScale="70000" lnSpcReduction="19999"/>
          </a:bodyPr>
          <a:p>
            <a:pPr indent="0">
              <a:lnSpc>
                <a:spcPct val="150000"/>
              </a:lnSpc>
              <a:buNone/>
              <a:tabLst>
                <a:tab algn="l" pos="0"/>
              </a:tabLst>
            </a:pPr>
            <a:r>
              <a:rPr b="0" lang="en-US" sz="1400" strike="noStrike" u="none">
                <a:solidFill>
                  <a:schemeClr val="dk1"/>
                </a:solidFill>
                <a:effectLst/>
                <a:uFillTx/>
                <a:latin typeface="Albert Sans"/>
                <a:ea typeface="Albert Sans"/>
              </a:rPr>
              <a:t>The PING command is a critical tool in network management, designed to verify the presence and responsiveness of devices within an Internet Protocol (IP) network. By sending ICMP echo request packets and measuring the time taken for these packets to return, it provides an accurate metric of network latency and device availability.</a:t>
            </a:r>
            <a:endParaRPr b="0" lang="fr-FR" sz="1400" strike="noStrike" u="none">
              <a:solidFill>
                <a:srgbClr val="000000"/>
              </a:solidFill>
              <a:effectLst/>
              <a:uFillTx/>
              <a:latin typeface="Arial"/>
            </a:endParaRPr>
          </a:p>
          <a:p>
            <a:pPr indent="0">
              <a:lnSpc>
                <a:spcPct val="150000"/>
              </a:lnSpc>
              <a:buNone/>
              <a:tabLst>
                <a:tab algn="l" pos="0"/>
              </a:tabLst>
            </a:pPr>
            <a:r>
              <a:rPr b="0" lang="en-US" sz="1400" strike="noStrike" u="none">
                <a:solidFill>
                  <a:schemeClr val="dk1"/>
                </a:solidFill>
                <a:effectLst/>
                <a:uFillTx/>
                <a:latin typeface="Albert Sans"/>
                <a:ea typeface="Albert Sans"/>
              </a:rPr>
              <a:t>p</a:t>
            </a:r>
            <a:endParaRPr b="0" lang="fr-FR" sz="1400" strike="noStrike" u="none">
              <a:solidFill>
                <a:srgbClr val="000000"/>
              </a:solidFill>
              <a:effectLst/>
              <a:uFillTx/>
              <a:latin typeface="Arial"/>
            </a:endParaRPr>
          </a:p>
          <a:p>
            <a:pPr indent="0">
              <a:lnSpc>
                <a:spcPct val="150000"/>
              </a:lnSpc>
              <a:buNone/>
              <a:tabLst>
                <a:tab algn="l" pos="0"/>
              </a:tabLst>
            </a:pPr>
            <a:r>
              <a:rPr b="0" lang="en-US" sz="1400" strike="noStrike" u="none">
                <a:solidFill>
                  <a:schemeClr val="dk1"/>
                </a:solidFill>
                <a:effectLst/>
                <a:uFillTx/>
                <a:latin typeface="Albert Sans"/>
                <a:ea typeface="Albert Sans"/>
              </a:rPr>
              <a:t>/pThis utility is invaluable for quickly detecting connectivity problems, enabling network professionals to identify and resolve issues before they impact operations. Its simplicity and effectiveness make it a cornerstone for reliable network performance assessment and troubleshooting.</a:t>
            </a:r>
            <a:endParaRPr b="0" lang="fr-FR" sz="1400" strike="noStrike" u="none">
              <a:solidFill>
                <a:srgbClr val="000000"/>
              </a:solidFill>
              <a:effectLst/>
              <a:uFillTx/>
              <a:latin typeface="Arial"/>
            </a:endParaRPr>
          </a:p>
        </p:txBody>
      </p:sp>
      <p:sp>
        <p:nvSpPr>
          <p:cNvPr id="54" name="PlaceHolder 2"/>
          <p:cNvSpPr>
            <a:spLocks noGrp="1"/>
          </p:cNvSpPr>
          <p:nvPr>
            <p:ph type="title"/>
          </p:nvPr>
        </p:nvSpPr>
        <p:spPr>
          <a:xfrm>
            <a:off x="514440" y="209520"/>
            <a:ext cx="8115120" cy="647280"/>
          </a:xfrm>
          <a:prstGeom prst="rect">
            <a:avLst/>
          </a:prstGeom>
          <a:noFill/>
          <a:ln w="0">
            <a:noFill/>
          </a:ln>
        </p:spPr>
        <p:txBody>
          <a:bodyPr lIns="91440" rIns="91440" tIns="91440" bIns="91440" anchor="t">
            <a:normAutofit lnSpcReduction="9999"/>
          </a:bodyPr>
          <a:p>
            <a:pPr indent="0">
              <a:lnSpc>
                <a:spcPct val="100000"/>
              </a:lnSpc>
              <a:buNone/>
              <a:tabLst>
                <a:tab algn="l" pos="0"/>
              </a:tabLst>
            </a:pPr>
            <a:r>
              <a:rPr b="0" lang="en-US" sz="3300" strike="noStrike" u="none">
                <a:solidFill>
                  <a:schemeClr val="dk1"/>
                </a:solidFill>
                <a:effectLst/>
                <a:uFillTx/>
                <a:latin typeface="Viaoda Libre"/>
                <a:ea typeface="Viaoda Libre"/>
              </a:rPr>
              <a:t>Introduction</a:t>
            </a:r>
            <a:endParaRPr b="0" lang="fr-FR" sz="3300" strike="noStrike" u="none">
              <a:solidFill>
                <a:schemeClr val="dk1"/>
              </a:solidFill>
              <a:effectLst/>
              <a:uFillTx/>
              <a:latin typeface="Arial"/>
            </a:endParaRPr>
          </a:p>
        </p:txBody>
      </p:sp>
      <p:pic>
        <p:nvPicPr>
          <p:cNvPr id="55" name="Google Shape;184;p31" descr=""/>
          <p:cNvPicPr/>
          <p:nvPr/>
        </p:nvPicPr>
        <p:blipFill>
          <a:blip r:embed="rId1"/>
          <a:srcRect l="20913" t="0" r="40199" b="19910"/>
          <a:stretch/>
        </p:blipFill>
        <p:spPr>
          <a:xfrm>
            <a:off x="5782680" y="1249560"/>
            <a:ext cx="3360960" cy="389376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438120"/>
            <a:ext cx="1294920" cy="761760"/>
          </a:xfrm>
          <a:prstGeom prst="rect">
            <a:avLst/>
          </a:prstGeom>
          <a:noFill/>
          <a:ln w="0">
            <a:noFill/>
          </a:ln>
        </p:spPr>
        <p:txBody>
          <a:bodyPr lIns="91440" rIns="91440" tIns="91440" bIns="91440" anchor="ctr">
            <a:normAutofit fontScale="70000" lnSpcReduction="19999"/>
          </a:bodyPr>
          <a:p>
            <a:pPr indent="0">
              <a:lnSpc>
                <a:spcPct val="100000"/>
              </a:lnSpc>
              <a:buNone/>
              <a:tabLst>
                <a:tab algn="l" pos="0"/>
              </a:tabLst>
            </a:pPr>
            <a:r>
              <a:rPr b="0" i="1" lang="en-US" sz="6500" strike="noStrike" u="none">
                <a:solidFill>
                  <a:schemeClr val="dk1"/>
                </a:solidFill>
                <a:effectLst/>
                <a:uFillTx/>
                <a:latin typeface="Calibri"/>
                <a:ea typeface="Viaoda Libre"/>
              </a:rPr>
              <a:t>01</a:t>
            </a:r>
            <a:endParaRPr b="0" lang="fr-FR" sz="6500" strike="noStrike" u="none">
              <a:solidFill>
                <a:schemeClr val="dk1"/>
              </a:solidFill>
              <a:effectLst/>
              <a:uFillTx/>
              <a:latin typeface="Arial"/>
            </a:endParaRPr>
          </a:p>
        </p:txBody>
      </p:sp>
      <p:sp>
        <p:nvSpPr>
          <p:cNvPr id="57" name="PlaceHolder 2"/>
          <p:cNvSpPr>
            <a:spLocks noGrp="1"/>
          </p:cNvSpPr>
          <p:nvPr>
            <p:ph type="title"/>
          </p:nvPr>
        </p:nvSpPr>
        <p:spPr>
          <a:xfrm>
            <a:off x="2476440" y="1790640"/>
            <a:ext cx="6210000" cy="2914200"/>
          </a:xfrm>
          <a:prstGeom prst="rect">
            <a:avLst/>
          </a:prstGeom>
          <a:noFill/>
          <a:ln w="0">
            <a:noFill/>
          </a:ln>
        </p:spPr>
        <p:txBody>
          <a:bodyPr lIns="91440" rIns="91440" tIns="91440" bIns="91440" anchor="b">
            <a:normAutofit/>
          </a:bodyPr>
          <a:p>
            <a:pPr indent="0" algn="r">
              <a:lnSpc>
                <a:spcPct val="100000"/>
              </a:lnSpc>
              <a:buNone/>
              <a:tabLst>
                <a:tab algn="l" pos="0"/>
              </a:tabLst>
            </a:pPr>
            <a:r>
              <a:rPr b="0" lang="en-US" sz="4800" strike="noStrike" u="none">
                <a:solidFill>
                  <a:schemeClr val="dk1"/>
                </a:solidFill>
                <a:effectLst/>
                <a:uFillTx/>
                <a:latin typeface="Viaoda Libre"/>
                <a:ea typeface="Viaoda Libre"/>
              </a:rPr>
              <a:t>Overview of the PING Command</a:t>
            </a:r>
            <a:endParaRPr b="0" lang="fr-FR" sz="48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p:nvPr>
        </p:nvSpPr>
        <p:spPr>
          <a:xfrm>
            <a:off x="847800" y="1200240"/>
            <a:ext cx="4619160" cy="2104560"/>
          </a:xfrm>
          <a:prstGeom prst="rect">
            <a:avLst/>
          </a:prstGeom>
          <a:noFill/>
          <a:ln w="0">
            <a:noFill/>
          </a:ln>
        </p:spPr>
        <p:txBody>
          <a:bodyPr lIns="91440" rIns="91440" tIns="91440" bIns="91440" anchor="t">
            <a:normAutofit fontScale="85000" lnSpcReduction="19999"/>
          </a:bodyPr>
          <a:p>
            <a:pPr indent="0">
              <a:lnSpc>
                <a:spcPct val="150000"/>
              </a:lnSpc>
              <a:buNone/>
              <a:tabLst>
                <a:tab algn="l" pos="0"/>
              </a:tabLst>
            </a:pPr>
            <a:r>
              <a:rPr b="0" lang="en-US" sz="1400" strike="noStrike" u="none">
                <a:solidFill>
                  <a:schemeClr val="dk1"/>
                </a:solidFill>
                <a:effectLst/>
                <a:uFillTx/>
                <a:latin typeface="Albert Sans"/>
                <a:ea typeface="Albert Sans"/>
              </a:rPr>
              <a:t>The PING command operates by sending </a:t>
            </a:r>
            <a:r>
              <a:rPr b="0" i="1" lang="en-US" sz="1400" strike="noStrike" u="none">
                <a:solidFill>
                  <a:schemeClr val="dk1"/>
                </a:solidFill>
                <a:effectLst/>
                <a:uFillTx/>
                <a:latin typeface="Albert Sans"/>
                <a:ea typeface="Albert Sans"/>
              </a:rPr>
              <a:t>ICMP echo request</a:t>
            </a:r>
            <a:r>
              <a:rPr b="0" lang="en-US" sz="1400" strike="noStrike" u="none">
                <a:solidFill>
                  <a:schemeClr val="dk1"/>
                </a:solidFill>
                <a:effectLst/>
                <a:uFillTx/>
                <a:latin typeface="Albert Sans"/>
                <a:ea typeface="Albert Sans"/>
              </a:rPr>
              <a:t> packets to a specific network device and awaiting a response. This process confirms the device’s availability and determines the </a:t>
            </a:r>
            <a:r>
              <a:rPr b="1" lang="en-US" sz="1400" strike="noStrike" u="none">
                <a:solidFill>
                  <a:schemeClr val="dk1"/>
                </a:solidFill>
                <a:effectLst/>
                <a:uFillTx/>
                <a:latin typeface="Albert Sans"/>
                <a:ea typeface="Albert Sans"/>
              </a:rPr>
              <a:t>round-trip time</a:t>
            </a:r>
            <a:r>
              <a:rPr b="0" lang="en-US" sz="1400" strike="noStrike" u="none">
                <a:solidFill>
                  <a:schemeClr val="dk1"/>
                </a:solidFill>
                <a:effectLst/>
                <a:uFillTx/>
                <a:latin typeface="Albert Sans"/>
                <a:ea typeface="Albert Sans"/>
              </a:rPr>
              <a:t> for communication.</a:t>
            </a:r>
            <a:endParaRPr b="0" lang="fr-FR" sz="1400" strike="noStrike" u="none">
              <a:solidFill>
                <a:srgbClr val="000000"/>
              </a:solidFill>
              <a:effectLst/>
              <a:uFillTx/>
              <a:latin typeface="Arial"/>
            </a:endParaRPr>
          </a:p>
          <a:p>
            <a:pPr indent="0">
              <a:lnSpc>
                <a:spcPct val="150000"/>
              </a:lnSpc>
              <a:buNone/>
              <a:tabLst>
                <a:tab algn="l" pos="0"/>
              </a:tabLst>
            </a:pPr>
            <a:r>
              <a:rPr b="0" lang="en-US" sz="1400" strike="noStrike" u="none">
                <a:solidFill>
                  <a:schemeClr val="dk1"/>
                </a:solidFill>
                <a:effectLst/>
                <a:uFillTx/>
                <a:latin typeface="Albert Sans"/>
                <a:ea typeface="Albert Sans"/>
              </a:rPr>
              <a:t>p</a:t>
            </a:r>
            <a:endParaRPr b="0" lang="fr-FR" sz="1400" strike="noStrike" u="none">
              <a:solidFill>
                <a:srgbClr val="000000"/>
              </a:solidFill>
              <a:effectLst/>
              <a:uFillTx/>
              <a:latin typeface="Arial"/>
            </a:endParaRPr>
          </a:p>
          <a:p>
            <a:pPr indent="0">
              <a:lnSpc>
                <a:spcPct val="150000"/>
              </a:lnSpc>
              <a:buNone/>
              <a:tabLst>
                <a:tab algn="l" pos="0"/>
              </a:tabLst>
            </a:pPr>
            <a:r>
              <a:rPr b="0" lang="en-US" sz="1400" strike="noStrike" u="none">
                <a:solidFill>
                  <a:schemeClr val="dk1"/>
                </a:solidFill>
                <a:effectLst/>
                <a:uFillTx/>
                <a:latin typeface="Albert Sans"/>
                <a:ea typeface="Albert Sans"/>
              </a:rPr>
              <a:t>/pIts primary purpose is to quickly verify network connectivity and assess latency, which is essential for diagnosing issues and monitoring network performance. This makes the PING command a foundational tool for ensuring efficient and reliable network operations.</a:t>
            </a:r>
            <a:endParaRPr b="0" lang="fr-FR" sz="1400" strike="noStrike" u="none">
              <a:solidFill>
                <a:srgbClr val="000000"/>
              </a:solidFill>
              <a:effectLst/>
              <a:uFillTx/>
              <a:latin typeface="Arial"/>
            </a:endParaRPr>
          </a:p>
        </p:txBody>
      </p:sp>
      <p:sp>
        <p:nvSpPr>
          <p:cNvPr id="59" name="PlaceHolder 2"/>
          <p:cNvSpPr>
            <a:spLocks noGrp="1"/>
          </p:cNvSpPr>
          <p:nvPr>
            <p:ph type="title"/>
          </p:nvPr>
        </p:nvSpPr>
        <p:spPr>
          <a:xfrm>
            <a:off x="514440" y="209520"/>
            <a:ext cx="8115120" cy="647280"/>
          </a:xfrm>
          <a:prstGeom prst="rect">
            <a:avLst/>
          </a:prstGeom>
          <a:noFill/>
          <a:ln w="0">
            <a:noFill/>
          </a:ln>
        </p:spPr>
        <p:txBody>
          <a:bodyPr lIns="91440" rIns="91440" tIns="91440" bIns="91440" anchor="t">
            <a:normAutofit lnSpcReduction="9999"/>
          </a:bodyPr>
          <a:p>
            <a:pPr indent="0">
              <a:lnSpc>
                <a:spcPct val="100000"/>
              </a:lnSpc>
              <a:buNone/>
              <a:tabLst>
                <a:tab algn="l" pos="0"/>
              </a:tabLst>
            </a:pPr>
            <a:r>
              <a:rPr b="0" lang="en-US" sz="3300" strike="noStrike" u="none">
                <a:solidFill>
                  <a:schemeClr val="dk1"/>
                </a:solidFill>
                <a:effectLst/>
                <a:uFillTx/>
                <a:latin typeface="Viaoda Libre"/>
                <a:ea typeface="Viaoda Libre"/>
              </a:rPr>
              <a:t>Definition and</a:t>
            </a:r>
            <a:r>
              <a:rPr b="0" i="1" lang="en-US" sz="3300" strike="noStrike" u="none">
                <a:solidFill>
                  <a:schemeClr val="dk1"/>
                </a:solidFill>
                <a:effectLst/>
                <a:uFillTx/>
                <a:latin typeface="Viaoda Libre"/>
                <a:ea typeface="Viaoda Libre"/>
              </a:rPr>
              <a:t> Purpose</a:t>
            </a:r>
            <a:endParaRPr b="0" lang="fr-FR" sz="3300" strike="noStrike" u="none">
              <a:solidFill>
                <a:schemeClr val="dk1"/>
              </a:solidFill>
              <a:effectLst/>
              <a:uFillTx/>
              <a:latin typeface="Arial"/>
            </a:endParaRPr>
          </a:p>
        </p:txBody>
      </p:sp>
      <p:pic>
        <p:nvPicPr>
          <p:cNvPr id="60" name="Google Shape;184;p31" descr=""/>
          <p:cNvPicPr/>
          <p:nvPr/>
        </p:nvPicPr>
        <p:blipFill>
          <a:blip r:embed="rId1"/>
          <a:srcRect l="20913" t="0" r="40199" b="19910"/>
          <a:stretch/>
        </p:blipFill>
        <p:spPr>
          <a:xfrm>
            <a:off x="5782680" y="1249560"/>
            <a:ext cx="3360960" cy="389376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3448080"/>
            <a:ext cx="8115120" cy="1275840"/>
          </a:xfrm>
          <a:prstGeom prst="rect">
            <a:avLst/>
          </a:prstGeom>
          <a:noFill/>
          <a:ln w="0">
            <a:noFill/>
          </a:ln>
        </p:spPr>
        <p:txBody>
          <a:bodyPr lIns="91440" rIns="91440" tIns="91440" bIns="91440" anchor="b">
            <a:normAutofit/>
          </a:bodyPr>
          <a:p>
            <a:pPr indent="0">
              <a:lnSpc>
                <a:spcPct val="100000"/>
              </a:lnSpc>
              <a:buNone/>
              <a:tabLst>
                <a:tab algn="l" pos="0"/>
              </a:tabLst>
            </a:pPr>
            <a:r>
              <a:rPr b="0" lang="en-US" sz="3300" strike="noStrike" u="none">
                <a:solidFill>
                  <a:schemeClr val="dk1"/>
                </a:solidFill>
                <a:effectLst/>
                <a:uFillTx/>
                <a:latin typeface="Viaoda Libre"/>
                <a:ea typeface="Viaoda Libre"/>
              </a:rPr>
              <a:t>How PING</a:t>
            </a:r>
            <a:r>
              <a:rPr b="0" i="1" lang="en-US" sz="3300" strike="noStrike" u="none">
                <a:solidFill>
                  <a:schemeClr val="dk1"/>
                </a:solidFill>
                <a:effectLst/>
                <a:uFillTx/>
                <a:latin typeface="Viaoda Libre"/>
                <a:ea typeface="Viaoda Libre"/>
              </a:rPr>
              <a:t> Works</a:t>
            </a:r>
            <a:endParaRPr b="0" lang="fr-FR" sz="3300" strike="noStrike" u="none">
              <a:solidFill>
                <a:schemeClr val="dk1"/>
              </a:solidFill>
              <a:effectLst/>
              <a:uFillTx/>
              <a:latin typeface="Arial"/>
            </a:endParaRPr>
          </a:p>
        </p:txBody>
      </p:sp>
      <p:sp>
        <p:nvSpPr>
          <p:cNvPr id="62" name="PlaceHolder 2"/>
          <p:cNvSpPr>
            <a:spLocks noGrp="1"/>
          </p:cNvSpPr>
          <p:nvPr>
            <p:ph type="subTitle"/>
          </p:nvPr>
        </p:nvSpPr>
        <p:spPr>
          <a:xfrm>
            <a:off x="923760" y="1247760"/>
            <a:ext cx="7295760" cy="1885680"/>
          </a:xfrm>
          <a:prstGeom prst="rect">
            <a:avLst/>
          </a:prstGeom>
          <a:noFill/>
          <a:ln w="0">
            <a:noFill/>
          </a:ln>
        </p:spPr>
        <p:txBody>
          <a:bodyPr lIns="91440" rIns="91440" tIns="91440" bIns="91440" anchor="t">
            <a:normAutofit fontScale="92500" lnSpcReduction="19999"/>
          </a:bodyPr>
          <a:p>
            <a:pPr indent="0">
              <a:lnSpc>
                <a:spcPct val="150000"/>
              </a:lnSpc>
              <a:buNone/>
              <a:tabLst>
                <a:tab algn="l" pos="0"/>
              </a:tabLst>
            </a:pPr>
            <a:r>
              <a:rPr b="0" lang="en-US" sz="1400" strike="noStrike" u="none">
                <a:solidFill>
                  <a:schemeClr val="dk1"/>
                </a:solidFill>
                <a:effectLst/>
                <a:uFillTx/>
                <a:latin typeface="Albert Sans"/>
                <a:ea typeface="Albert Sans"/>
              </a:rPr>
              <a:t>PING functions by sending an </a:t>
            </a:r>
            <a:r>
              <a:rPr b="0" i="1" lang="en-US" sz="1400" strike="noStrike" u="none">
                <a:solidFill>
                  <a:schemeClr val="dk1"/>
                </a:solidFill>
                <a:effectLst/>
                <a:uFillTx/>
                <a:latin typeface="Albert Sans"/>
                <a:ea typeface="Albert Sans"/>
              </a:rPr>
              <a:t>ICMP echo request</a:t>
            </a:r>
            <a:r>
              <a:rPr b="0" lang="en-US" sz="1400" strike="noStrike" u="none">
                <a:solidFill>
                  <a:schemeClr val="dk1"/>
                </a:solidFill>
                <a:effectLst/>
                <a:uFillTx/>
                <a:latin typeface="Albert Sans"/>
                <a:ea typeface="Albert Sans"/>
              </a:rPr>
              <a:t> packet to the targeted device and awaiting an </a:t>
            </a:r>
            <a:r>
              <a:rPr b="0" i="1" lang="en-US" sz="1400" strike="noStrike" u="none">
                <a:solidFill>
                  <a:schemeClr val="dk1"/>
                </a:solidFill>
                <a:effectLst/>
                <a:uFillTx/>
                <a:latin typeface="Albert Sans"/>
                <a:ea typeface="Albert Sans"/>
              </a:rPr>
              <a:t>echo reply</a:t>
            </a:r>
            <a:r>
              <a:rPr b="0" lang="en-US" sz="1400" strike="noStrike" u="none">
                <a:solidFill>
                  <a:schemeClr val="dk1"/>
                </a:solidFill>
                <a:effectLst/>
                <a:uFillTx/>
                <a:latin typeface="Albert Sans"/>
                <a:ea typeface="Albert Sans"/>
              </a:rPr>
              <a:t>. This interaction enables the calculation of </a:t>
            </a:r>
            <a:r>
              <a:rPr b="1" lang="en-US" sz="1400" strike="noStrike" u="none">
                <a:solidFill>
                  <a:schemeClr val="dk1"/>
                </a:solidFill>
                <a:effectLst/>
                <a:uFillTx/>
                <a:latin typeface="Albert Sans"/>
                <a:ea typeface="Albert Sans"/>
              </a:rPr>
              <a:t>round-trip time</a:t>
            </a:r>
            <a:r>
              <a:rPr b="0" lang="en-US" sz="1400" strike="noStrike" u="none">
                <a:solidFill>
                  <a:schemeClr val="dk1"/>
                </a:solidFill>
                <a:effectLst/>
                <a:uFillTx/>
                <a:latin typeface="Albert Sans"/>
                <a:ea typeface="Albert Sans"/>
              </a:rPr>
              <a:t>, which is a key indicator of network latency and responsiveness.</a:t>
            </a:r>
            <a:endParaRPr b="0" lang="en-US" sz="1400" strike="noStrike" u="none">
              <a:solidFill>
                <a:srgbClr val="000000"/>
              </a:solidFill>
              <a:effectLst/>
              <a:uFillTx/>
              <a:latin typeface="OpenSymbol"/>
            </a:endParaRPr>
          </a:p>
          <a:p>
            <a:pPr indent="0">
              <a:lnSpc>
                <a:spcPct val="150000"/>
              </a:lnSpc>
              <a:buNone/>
              <a:tabLst>
                <a:tab algn="l" pos="0"/>
              </a:tabLst>
            </a:pPr>
            <a:r>
              <a:rPr b="0" lang="en-US" sz="1400" strike="noStrike" u="none">
                <a:solidFill>
                  <a:schemeClr val="dk1"/>
                </a:solidFill>
                <a:effectLst/>
                <a:uFillTx/>
                <a:latin typeface="Albert Sans"/>
                <a:ea typeface="Albert Sans"/>
              </a:rPr>
              <a:t>p</a:t>
            </a:r>
            <a:endParaRPr b="0" lang="en-US" sz="1400" strike="noStrike" u="none">
              <a:solidFill>
                <a:srgbClr val="000000"/>
              </a:solidFill>
              <a:effectLst/>
              <a:uFillTx/>
              <a:latin typeface="OpenSymbol"/>
            </a:endParaRPr>
          </a:p>
          <a:p>
            <a:pPr indent="0">
              <a:lnSpc>
                <a:spcPct val="150000"/>
              </a:lnSpc>
              <a:buNone/>
              <a:tabLst>
                <a:tab algn="l" pos="0"/>
              </a:tabLst>
            </a:pPr>
            <a:r>
              <a:rPr b="0" lang="en-US" sz="1400" strike="noStrike" u="none">
                <a:solidFill>
                  <a:schemeClr val="dk1"/>
                </a:solidFill>
                <a:effectLst/>
                <a:uFillTx/>
                <a:latin typeface="Albert Sans"/>
                <a:ea typeface="Albert Sans"/>
              </a:rPr>
              <a:t>/pIf the target device fails to respond, it typically signals connectivity problems such as device unavailability or network interruptions. This process is fundamental for diagnosing network health, helping administrators identify and address issues swiftly to maintain optimal performance.</a:t>
            </a:r>
            <a:endParaRPr b="0" lang="en-US" sz="14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3448080"/>
            <a:ext cx="8115120" cy="1275840"/>
          </a:xfrm>
          <a:prstGeom prst="rect">
            <a:avLst/>
          </a:prstGeom>
          <a:noFill/>
          <a:ln w="0">
            <a:noFill/>
          </a:ln>
        </p:spPr>
        <p:txBody>
          <a:bodyPr lIns="91440" rIns="91440" tIns="91440" bIns="91440" anchor="b">
            <a:normAutofit/>
          </a:bodyPr>
          <a:p>
            <a:pPr indent="0">
              <a:lnSpc>
                <a:spcPct val="100000"/>
              </a:lnSpc>
              <a:buNone/>
              <a:tabLst>
                <a:tab algn="l" pos="0"/>
              </a:tabLst>
            </a:pPr>
            <a:r>
              <a:rPr b="0" lang="en-US" sz="3300" strike="noStrike" u="none">
                <a:solidFill>
                  <a:schemeClr val="dk1"/>
                </a:solidFill>
                <a:effectLst/>
                <a:uFillTx/>
                <a:latin typeface="Viaoda Libre"/>
                <a:ea typeface="Viaoda Libre"/>
              </a:rPr>
              <a:t>Common Use</a:t>
            </a:r>
            <a:r>
              <a:rPr b="0" i="1" lang="en-US" sz="3300" strike="noStrike" u="none">
                <a:solidFill>
                  <a:schemeClr val="dk1"/>
                </a:solidFill>
                <a:effectLst/>
                <a:uFillTx/>
                <a:latin typeface="Viaoda Libre"/>
                <a:ea typeface="Viaoda Libre"/>
              </a:rPr>
              <a:t> Cases</a:t>
            </a:r>
            <a:endParaRPr b="0" lang="fr-FR" sz="3300" strike="noStrike" u="none">
              <a:solidFill>
                <a:schemeClr val="dk1"/>
              </a:solidFill>
              <a:effectLst/>
              <a:uFillTx/>
              <a:latin typeface="Arial"/>
            </a:endParaRPr>
          </a:p>
        </p:txBody>
      </p:sp>
      <p:sp>
        <p:nvSpPr>
          <p:cNvPr id="64" name="PlaceHolder 2"/>
          <p:cNvSpPr>
            <a:spLocks noGrp="1"/>
          </p:cNvSpPr>
          <p:nvPr>
            <p:ph type="subTitle"/>
          </p:nvPr>
        </p:nvSpPr>
        <p:spPr>
          <a:xfrm>
            <a:off x="923760" y="1247760"/>
            <a:ext cx="7295760" cy="1885680"/>
          </a:xfrm>
          <a:prstGeom prst="rect">
            <a:avLst/>
          </a:prstGeom>
          <a:noFill/>
          <a:ln w="0">
            <a:noFill/>
          </a:ln>
        </p:spPr>
        <p:txBody>
          <a:bodyPr lIns="91440" rIns="91440" tIns="91440" bIns="91440" anchor="t">
            <a:normAutofit fontScale="92500" lnSpcReduction="19999"/>
          </a:bodyPr>
          <a:p>
            <a:pPr indent="0">
              <a:lnSpc>
                <a:spcPct val="150000"/>
              </a:lnSpc>
              <a:buNone/>
              <a:tabLst>
                <a:tab algn="l" pos="0"/>
              </a:tabLst>
            </a:pPr>
            <a:r>
              <a:rPr b="0" lang="en-US" sz="1400" strike="noStrike" u="none">
                <a:solidFill>
                  <a:schemeClr val="dk1"/>
                </a:solidFill>
                <a:effectLst/>
                <a:uFillTx/>
                <a:latin typeface="Albert Sans"/>
                <a:ea typeface="Albert Sans"/>
              </a:rPr>
              <a:t>The PING command is an essential tool for </a:t>
            </a:r>
            <a:r>
              <a:rPr b="1" lang="en-US" sz="1400" strike="noStrike" u="none">
                <a:solidFill>
                  <a:schemeClr val="dk1"/>
                </a:solidFill>
                <a:effectLst/>
                <a:uFillTx/>
                <a:latin typeface="Albert Sans"/>
                <a:ea typeface="Albert Sans"/>
              </a:rPr>
              <a:t>network troubleshooting</a:t>
            </a:r>
            <a:r>
              <a:rPr b="0" lang="en-US" sz="1400" strike="noStrike" u="none">
                <a:solidFill>
                  <a:schemeClr val="dk1"/>
                </a:solidFill>
                <a:effectLst/>
                <a:uFillTx/>
                <a:latin typeface="Albert Sans"/>
                <a:ea typeface="Albert Sans"/>
              </a:rPr>
              <a:t>, allowing administrators to verify if a device is active and reachable within the network. It plays a critical role in </a:t>
            </a:r>
            <a:r>
              <a:rPr b="1" lang="en-US" sz="1400" strike="noStrike" u="none">
                <a:solidFill>
                  <a:schemeClr val="dk1"/>
                </a:solidFill>
                <a:effectLst/>
                <a:uFillTx/>
                <a:latin typeface="Albert Sans"/>
                <a:ea typeface="Albert Sans"/>
              </a:rPr>
              <a:t>latency measurement</a:t>
            </a:r>
            <a:r>
              <a:rPr b="0" lang="en-US" sz="1400" strike="noStrike" u="none">
                <a:solidFill>
                  <a:schemeClr val="dk1"/>
                </a:solidFill>
                <a:effectLst/>
                <a:uFillTx/>
                <a:latin typeface="Albert Sans"/>
                <a:ea typeface="Albert Sans"/>
              </a:rPr>
              <a:t>, helping assess the speed and responsiveness of network connections.</a:t>
            </a:r>
            <a:endParaRPr b="0" lang="en-US" sz="1400" strike="noStrike" u="none">
              <a:solidFill>
                <a:srgbClr val="000000"/>
              </a:solidFill>
              <a:effectLst/>
              <a:uFillTx/>
              <a:latin typeface="OpenSymbol"/>
            </a:endParaRPr>
          </a:p>
          <a:p>
            <a:pPr indent="0">
              <a:lnSpc>
                <a:spcPct val="150000"/>
              </a:lnSpc>
              <a:buNone/>
              <a:tabLst>
                <a:tab algn="l" pos="0"/>
              </a:tabLst>
            </a:pPr>
            <a:r>
              <a:rPr b="0" lang="en-US" sz="1400" strike="noStrike" u="none">
                <a:solidFill>
                  <a:schemeClr val="dk1"/>
                </a:solidFill>
                <a:effectLst/>
                <a:uFillTx/>
                <a:latin typeface="Albert Sans"/>
                <a:ea typeface="Albert Sans"/>
              </a:rPr>
              <a:t>p</a:t>
            </a:r>
            <a:endParaRPr b="0" lang="en-US" sz="1400" strike="noStrike" u="none">
              <a:solidFill>
                <a:srgbClr val="000000"/>
              </a:solidFill>
              <a:effectLst/>
              <a:uFillTx/>
              <a:latin typeface="OpenSymbol"/>
            </a:endParaRPr>
          </a:p>
          <a:p>
            <a:pPr indent="0">
              <a:lnSpc>
                <a:spcPct val="150000"/>
              </a:lnSpc>
              <a:buNone/>
              <a:tabLst>
                <a:tab algn="l" pos="0"/>
              </a:tabLst>
            </a:pPr>
            <a:r>
              <a:rPr b="0" lang="en-US" sz="1400" strike="noStrike" u="none">
                <a:solidFill>
                  <a:schemeClr val="dk1"/>
                </a:solidFill>
                <a:effectLst/>
                <a:uFillTx/>
                <a:latin typeface="Albert Sans"/>
                <a:ea typeface="Albert Sans"/>
              </a:rPr>
              <a:t>/pMoreover, PING assists in detecting </a:t>
            </a:r>
            <a:r>
              <a:rPr b="1" lang="en-US" sz="1400" strike="noStrike" u="none">
                <a:solidFill>
                  <a:schemeClr val="dk1"/>
                </a:solidFill>
                <a:effectLst/>
                <a:uFillTx/>
                <a:latin typeface="Albert Sans"/>
                <a:ea typeface="Albert Sans"/>
              </a:rPr>
              <a:t>packet loss</a:t>
            </a:r>
            <a:r>
              <a:rPr b="0" lang="en-US" sz="1400" strike="noStrike" u="none">
                <a:solidFill>
                  <a:schemeClr val="dk1"/>
                </a:solidFill>
                <a:effectLst/>
                <a:uFillTx/>
                <a:latin typeface="Albert Sans"/>
                <a:ea typeface="Albert Sans"/>
              </a:rPr>
              <a:t>, which is vital for evaluating network stability and performance. These capabilities make it indispensable for maintaining reliability both in local and remote network environments.</a:t>
            </a:r>
            <a:endParaRPr b="0" lang="en-US" sz="14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438120"/>
            <a:ext cx="1294920" cy="761760"/>
          </a:xfrm>
          <a:prstGeom prst="rect">
            <a:avLst/>
          </a:prstGeom>
          <a:noFill/>
          <a:ln w="0">
            <a:noFill/>
          </a:ln>
        </p:spPr>
        <p:txBody>
          <a:bodyPr lIns="91440" rIns="91440" tIns="91440" bIns="91440" anchor="ctr">
            <a:normAutofit fontScale="70000" lnSpcReduction="19999"/>
          </a:bodyPr>
          <a:p>
            <a:pPr indent="0">
              <a:lnSpc>
                <a:spcPct val="100000"/>
              </a:lnSpc>
              <a:buNone/>
              <a:tabLst>
                <a:tab algn="l" pos="0"/>
              </a:tabLst>
            </a:pPr>
            <a:r>
              <a:rPr b="0" i="1" lang="en-US" sz="6500" strike="noStrike" u="none">
                <a:solidFill>
                  <a:schemeClr val="dk1"/>
                </a:solidFill>
                <a:effectLst/>
                <a:uFillTx/>
                <a:latin typeface="Calibri"/>
                <a:ea typeface="Viaoda Libre"/>
              </a:rPr>
              <a:t>02</a:t>
            </a:r>
            <a:endParaRPr b="0" lang="fr-FR" sz="6500" strike="noStrike" u="none">
              <a:solidFill>
                <a:schemeClr val="dk1"/>
              </a:solidFill>
              <a:effectLst/>
              <a:uFillTx/>
              <a:latin typeface="Arial"/>
            </a:endParaRPr>
          </a:p>
        </p:txBody>
      </p:sp>
      <p:sp>
        <p:nvSpPr>
          <p:cNvPr id="66" name="PlaceHolder 2"/>
          <p:cNvSpPr>
            <a:spLocks noGrp="1"/>
          </p:cNvSpPr>
          <p:nvPr>
            <p:ph type="title"/>
          </p:nvPr>
        </p:nvSpPr>
        <p:spPr>
          <a:xfrm>
            <a:off x="2476440" y="1790640"/>
            <a:ext cx="6210000" cy="2914200"/>
          </a:xfrm>
          <a:prstGeom prst="rect">
            <a:avLst/>
          </a:prstGeom>
          <a:noFill/>
          <a:ln w="0">
            <a:noFill/>
          </a:ln>
        </p:spPr>
        <p:txBody>
          <a:bodyPr lIns="91440" rIns="91440" tIns="91440" bIns="91440" anchor="b">
            <a:normAutofit/>
          </a:bodyPr>
          <a:p>
            <a:pPr indent="0" algn="r">
              <a:lnSpc>
                <a:spcPct val="100000"/>
              </a:lnSpc>
              <a:buNone/>
              <a:tabLst>
                <a:tab algn="l" pos="0"/>
              </a:tabLst>
            </a:pPr>
            <a:r>
              <a:rPr b="0" lang="en-US" sz="4800" strike="noStrike" u="none">
                <a:solidFill>
                  <a:schemeClr val="dk1"/>
                </a:solidFill>
                <a:effectLst/>
                <a:uFillTx/>
                <a:latin typeface="Viaoda Libre"/>
                <a:ea typeface="Viaoda Libre"/>
              </a:rPr>
              <a:t>Connectivity Testing with PING</a:t>
            </a:r>
            <a:endParaRPr b="0" lang="fr-FR" sz="4800" strike="noStrike" u="none">
              <a:solidFill>
                <a:schemeClr val="dk1"/>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3448080"/>
            <a:ext cx="8115120" cy="1275840"/>
          </a:xfrm>
          <a:prstGeom prst="rect">
            <a:avLst/>
          </a:prstGeom>
          <a:noFill/>
          <a:ln w="0">
            <a:noFill/>
          </a:ln>
        </p:spPr>
        <p:txBody>
          <a:bodyPr lIns="91440" rIns="91440" tIns="91440" bIns="91440" anchor="b">
            <a:normAutofit/>
          </a:bodyPr>
          <a:p>
            <a:pPr indent="0">
              <a:lnSpc>
                <a:spcPct val="100000"/>
              </a:lnSpc>
              <a:buNone/>
              <a:tabLst>
                <a:tab algn="l" pos="0"/>
              </a:tabLst>
            </a:pPr>
            <a:r>
              <a:rPr b="0" lang="en-US" sz="3300" strike="noStrike" u="none">
                <a:solidFill>
                  <a:schemeClr val="dk1"/>
                </a:solidFill>
                <a:effectLst/>
                <a:uFillTx/>
                <a:latin typeface="Viaoda Libre"/>
                <a:ea typeface="Viaoda Libre"/>
              </a:rPr>
              <a:t>Measuring Network</a:t>
            </a:r>
            <a:r>
              <a:rPr b="0" i="1" lang="en-US" sz="3300" strike="noStrike" u="none">
                <a:solidFill>
                  <a:schemeClr val="dk1"/>
                </a:solidFill>
                <a:effectLst/>
                <a:uFillTx/>
                <a:latin typeface="Viaoda Libre"/>
                <a:ea typeface="Viaoda Libre"/>
              </a:rPr>
              <a:t> Availability</a:t>
            </a:r>
            <a:endParaRPr b="0" lang="fr-FR" sz="3300" strike="noStrike" u="none">
              <a:solidFill>
                <a:schemeClr val="dk1"/>
              </a:solidFill>
              <a:effectLst/>
              <a:uFillTx/>
              <a:latin typeface="Arial"/>
            </a:endParaRPr>
          </a:p>
        </p:txBody>
      </p:sp>
      <p:sp>
        <p:nvSpPr>
          <p:cNvPr id="68" name="PlaceHolder 2"/>
          <p:cNvSpPr>
            <a:spLocks noGrp="1"/>
          </p:cNvSpPr>
          <p:nvPr>
            <p:ph type="subTitle"/>
          </p:nvPr>
        </p:nvSpPr>
        <p:spPr>
          <a:xfrm>
            <a:off x="923760" y="1247760"/>
            <a:ext cx="7295760" cy="1885680"/>
          </a:xfrm>
          <a:prstGeom prst="rect">
            <a:avLst/>
          </a:prstGeom>
          <a:noFill/>
          <a:ln w="0">
            <a:noFill/>
          </a:ln>
        </p:spPr>
        <p:txBody>
          <a:bodyPr lIns="91440" rIns="91440" tIns="91440" bIns="91440" anchor="t">
            <a:normAutofit fontScale="92500" lnSpcReduction="9999"/>
          </a:bodyPr>
          <a:p>
            <a:pPr indent="0">
              <a:lnSpc>
                <a:spcPct val="150000"/>
              </a:lnSpc>
              <a:buNone/>
              <a:tabLst>
                <a:tab algn="l" pos="0"/>
              </a:tabLst>
            </a:pPr>
            <a:r>
              <a:rPr b="0" lang="en-US" sz="1400" strike="noStrike" u="none">
                <a:solidFill>
                  <a:schemeClr val="dk1"/>
                </a:solidFill>
                <a:effectLst/>
                <a:uFillTx/>
                <a:latin typeface="Albert Sans"/>
                <a:ea typeface="Albert Sans"/>
              </a:rPr>
              <a:t>PING verifies network availability by sending packets to a host and measuring its response time. This process confirms whether a device is reachable and operational within the network.</a:t>
            </a:r>
            <a:endParaRPr b="0" lang="en-US" sz="1400" strike="noStrike" u="none">
              <a:solidFill>
                <a:srgbClr val="000000"/>
              </a:solidFill>
              <a:effectLst/>
              <a:uFillTx/>
              <a:latin typeface="OpenSymbol"/>
            </a:endParaRPr>
          </a:p>
          <a:p>
            <a:pPr indent="0">
              <a:lnSpc>
                <a:spcPct val="150000"/>
              </a:lnSpc>
              <a:buNone/>
              <a:tabLst>
                <a:tab algn="l" pos="0"/>
              </a:tabLst>
            </a:pPr>
            <a:r>
              <a:rPr b="0" lang="en-US" sz="1400" strike="noStrike" u="none">
                <a:solidFill>
                  <a:schemeClr val="dk1"/>
                </a:solidFill>
                <a:effectLst/>
                <a:uFillTx/>
                <a:latin typeface="Albert Sans"/>
                <a:ea typeface="Albert Sans"/>
              </a:rPr>
              <a:t>p</a:t>
            </a:r>
            <a:endParaRPr b="0" lang="en-US" sz="1400" strike="noStrike" u="none">
              <a:solidFill>
                <a:srgbClr val="000000"/>
              </a:solidFill>
              <a:effectLst/>
              <a:uFillTx/>
              <a:latin typeface="OpenSymbol"/>
            </a:endParaRPr>
          </a:p>
          <a:p>
            <a:pPr indent="0">
              <a:lnSpc>
                <a:spcPct val="150000"/>
              </a:lnSpc>
              <a:buNone/>
              <a:tabLst>
                <a:tab algn="l" pos="0"/>
              </a:tabLst>
            </a:pPr>
            <a:r>
              <a:rPr b="0" lang="en-US" sz="1400" strike="noStrike" u="none">
                <a:solidFill>
                  <a:schemeClr val="dk1"/>
                </a:solidFill>
                <a:effectLst/>
                <a:uFillTx/>
                <a:latin typeface="Albert Sans"/>
                <a:ea typeface="Albert Sans"/>
              </a:rPr>
              <a:t>/pAccurate measurement of response times helps ensure </a:t>
            </a:r>
            <a:r>
              <a:rPr b="1" lang="en-US" sz="1400" strike="noStrike" u="none">
                <a:solidFill>
                  <a:schemeClr val="dk1"/>
                </a:solidFill>
                <a:effectLst/>
                <a:uFillTx/>
                <a:latin typeface="Albert Sans"/>
                <a:ea typeface="Albert Sans"/>
              </a:rPr>
              <a:t>network reliability</a:t>
            </a:r>
            <a:r>
              <a:rPr b="0" lang="en-US" sz="1400" strike="noStrike" u="none">
                <a:solidFill>
                  <a:schemeClr val="dk1"/>
                </a:solidFill>
                <a:effectLst/>
                <a:uFillTx/>
                <a:latin typeface="Albert Sans"/>
                <a:ea typeface="Albert Sans"/>
              </a:rPr>
              <a:t> by identifying potential disruptions early. Maintaining uninterrupted communication between systems depends on this timely and efficient verification, making PING an indispensable tool for network administrators.</a:t>
            </a:r>
            <a:endParaRPr b="0" lang="en-US" sz="14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3448080"/>
            <a:ext cx="8115120" cy="1275840"/>
          </a:xfrm>
          <a:prstGeom prst="rect">
            <a:avLst/>
          </a:prstGeom>
          <a:noFill/>
          <a:ln w="0">
            <a:noFill/>
          </a:ln>
        </p:spPr>
        <p:txBody>
          <a:bodyPr lIns="91440" rIns="91440" tIns="91440" bIns="91440" anchor="b">
            <a:normAutofit/>
          </a:bodyPr>
          <a:p>
            <a:pPr indent="0">
              <a:lnSpc>
                <a:spcPct val="100000"/>
              </a:lnSpc>
              <a:buNone/>
              <a:tabLst>
                <a:tab algn="l" pos="0"/>
              </a:tabLst>
            </a:pPr>
            <a:r>
              <a:rPr b="0" lang="en-US" sz="3300" strike="noStrike" u="none">
                <a:solidFill>
                  <a:schemeClr val="dk1"/>
                </a:solidFill>
                <a:effectLst/>
                <a:uFillTx/>
                <a:latin typeface="Viaoda Libre"/>
                <a:ea typeface="Viaoda Libre"/>
              </a:rPr>
              <a:t>Diagnosing Network</a:t>
            </a:r>
            <a:r>
              <a:rPr b="0" i="1" lang="en-US" sz="3300" strike="noStrike" u="none">
                <a:solidFill>
                  <a:schemeClr val="dk1"/>
                </a:solidFill>
                <a:effectLst/>
                <a:uFillTx/>
                <a:latin typeface="Viaoda Libre"/>
                <a:ea typeface="Viaoda Libre"/>
              </a:rPr>
              <a:t> Issues</a:t>
            </a:r>
            <a:endParaRPr b="0" lang="fr-FR" sz="3300" strike="noStrike" u="none">
              <a:solidFill>
                <a:schemeClr val="dk1"/>
              </a:solidFill>
              <a:effectLst/>
              <a:uFillTx/>
              <a:latin typeface="Arial"/>
            </a:endParaRPr>
          </a:p>
        </p:txBody>
      </p:sp>
      <p:sp>
        <p:nvSpPr>
          <p:cNvPr id="70" name="PlaceHolder 2"/>
          <p:cNvSpPr>
            <a:spLocks noGrp="1"/>
          </p:cNvSpPr>
          <p:nvPr>
            <p:ph type="subTitle"/>
          </p:nvPr>
        </p:nvSpPr>
        <p:spPr>
          <a:xfrm>
            <a:off x="923760" y="1247760"/>
            <a:ext cx="7295760" cy="1885680"/>
          </a:xfrm>
          <a:prstGeom prst="rect">
            <a:avLst/>
          </a:prstGeom>
          <a:noFill/>
          <a:ln w="0">
            <a:noFill/>
          </a:ln>
        </p:spPr>
        <p:txBody>
          <a:bodyPr lIns="91440" rIns="91440" tIns="91440" bIns="91440" anchor="t">
            <a:normAutofit fontScale="92500" lnSpcReduction="19999"/>
          </a:bodyPr>
          <a:p>
            <a:pPr indent="0">
              <a:lnSpc>
                <a:spcPct val="150000"/>
              </a:lnSpc>
              <a:buNone/>
              <a:tabLst>
                <a:tab algn="l" pos="0"/>
              </a:tabLst>
            </a:pPr>
            <a:r>
              <a:rPr b="0" lang="en-US" sz="1400" strike="noStrike" u="none">
                <a:solidFill>
                  <a:schemeClr val="dk1"/>
                </a:solidFill>
                <a:effectLst/>
                <a:uFillTx/>
                <a:latin typeface="Albert Sans"/>
                <a:ea typeface="Albert Sans"/>
              </a:rPr>
              <a:t>Analyzing PING responses allows users to pinpoint various network problems such as congestion, packet loss, or unreachable hosts. Variations in response times and failed replies often indicate underlying issues affecting connectivity.</a:t>
            </a:r>
            <a:endParaRPr b="0" lang="en-US" sz="1400" strike="noStrike" u="none">
              <a:solidFill>
                <a:srgbClr val="000000"/>
              </a:solidFill>
              <a:effectLst/>
              <a:uFillTx/>
              <a:latin typeface="OpenSymbol"/>
            </a:endParaRPr>
          </a:p>
          <a:p>
            <a:pPr indent="0">
              <a:lnSpc>
                <a:spcPct val="150000"/>
              </a:lnSpc>
              <a:buNone/>
              <a:tabLst>
                <a:tab algn="l" pos="0"/>
              </a:tabLst>
            </a:pPr>
            <a:r>
              <a:rPr b="0" lang="en-US" sz="1400" strike="noStrike" u="none">
                <a:solidFill>
                  <a:schemeClr val="dk1"/>
                </a:solidFill>
                <a:effectLst/>
                <a:uFillTx/>
                <a:latin typeface="Albert Sans"/>
                <a:ea typeface="Albert Sans"/>
              </a:rPr>
              <a:t>p</a:t>
            </a:r>
            <a:endParaRPr b="0" lang="en-US" sz="1400" strike="noStrike" u="none">
              <a:solidFill>
                <a:srgbClr val="000000"/>
              </a:solidFill>
              <a:effectLst/>
              <a:uFillTx/>
              <a:latin typeface="OpenSymbol"/>
            </a:endParaRPr>
          </a:p>
          <a:p>
            <a:pPr indent="0">
              <a:lnSpc>
                <a:spcPct val="150000"/>
              </a:lnSpc>
              <a:buNone/>
              <a:tabLst>
                <a:tab algn="l" pos="0"/>
              </a:tabLst>
            </a:pPr>
            <a:r>
              <a:rPr b="0" lang="en-US" sz="1400" strike="noStrike" u="none">
                <a:solidFill>
                  <a:schemeClr val="dk1"/>
                </a:solidFill>
                <a:effectLst/>
                <a:uFillTx/>
                <a:latin typeface="Albert Sans"/>
                <a:ea typeface="Albert Sans"/>
              </a:rPr>
              <a:t>/pThis diagnostic tool helps identify hardware malfunctions, misconfigurations, and routing errors that can degrade network performance. By using PING effectively, network administrators can quickly isolate problems and implement targeted solutions to maintain optimal network health.</a:t>
            </a:r>
            <a:endParaRPr b="0" lang="en-US" sz="14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p:nvPr>
        </p:nvSpPr>
        <p:spPr>
          <a:xfrm>
            <a:off x="847800" y="1200240"/>
            <a:ext cx="4619160" cy="2104560"/>
          </a:xfrm>
          <a:prstGeom prst="rect">
            <a:avLst/>
          </a:prstGeom>
          <a:noFill/>
          <a:ln w="0">
            <a:noFill/>
          </a:ln>
        </p:spPr>
        <p:txBody>
          <a:bodyPr lIns="91440" rIns="91440" tIns="91440" bIns="91440" anchor="t">
            <a:normAutofit fontScale="77500" lnSpcReduction="19999"/>
          </a:bodyPr>
          <a:p>
            <a:pPr indent="0">
              <a:lnSpc>
                <a:spcPct val="150000"/>
              </a:lnSpc>
              <a:buNone/>
              <a:tabLst>
                <a:tab algn="l" pos="0"/>
              </a:tabLst>
            </a:pPr>
            <a:r>
              <a:rPr b="0" lang="en-US" sz="1400" strike="noStrike" u="none">
                <a:solidFill>
                  <a:schemeClr val="dk1"/>
                </a:solidFill>
                <a:effectLst/>
                <a:uFillTx/>
                <a:latin typeface="Albert Sans"/>
                <a:ea typeface="Albert Sans"/>
              </a:rPr>
              <a:t>PING results provide critical insights through </a:t>
            </a:r>
            <a:r>
              <a:rPr b="0" i="1" lang="en-US" sz="1400" strike="noStrike" u="none">
                <a:solidFill>
                  <a:schemeClr val="dk1"/>
                </a:solidFill>
                <a:effectLst/>
                <a:uFillTx/>
                <a:latin typeface="Albert Sans"/>
                <a:ea typeface="Albert Sans"/>
              </a:rPr>
              <a:t>round-trip time</a:t>
            </a:r>
            <a:r>
              <a:rPr b="0" lang="en-US" sz="1400" strike="noStrike" u="none">
                <a:solidFill>
                  <a:schemeClr val="dk1"/>
                </a:solidFill>
                <a:effectLst/>
                <a:uFillTx/>
                <a:latin typeface="Albert Sans"/>
                <a:ea typeface="Albert Sans"/>
              </a:rPr>
              <a:t> and </a:t>
            </a:r>
            <a:r>
              <a:rPr b="0" i="1" lang="en-US" sz="1400" strike="noStrike" u="none">
                <a:solidFill>
                  <a:schemeClr val="dk1"/>
                </a:solidFill>
                <a:effectLst/>
                <a:uFillTx/>
                <a:latin typeface="Albert Sans"/>
                <a:ea typeface="Albert Sans"/>
              </a:rPr>
              <a:t>packet loss</a:t>
            </a:r>
            <a:r>
              <a:rPr b="0" lang="en-US" sz="1400" strike="noStrike" u="none">
                <a:solidFill>
                  <a:schemeClr val="dk1"/>
                </a:solidFill>
                <a:effectLst/>
                <a:uFillTx/>
                <a:latin typeface="Albert Sans"/>
                <a:ea typeface="Albert Sans"/>
              </a:rPr>
              <a:t> statistics, which reflect network health. A network exhibiting low latency and zero packet loss is considered stable and efficient.</a:t>
            </a:r>
            <a:endParaRPr b="0" lang="fr-FR" sz="1400" strike="noStrike" u="none">
              <a:solidFill>
                <a:srgbClr val="000000"/>
              </a:solidFill>
              <a:effectLst/>
              <a:uFillTx/>
              <a:latin typeface="Arial"/>
            </a:endParaRPr>
          </a:p>
          <a:p>
            <a:pPr indent="0">
              <a:lnSpc>
                <a:spcPct val="150000"/>
              </a:lnSpc>
              <a:buNone/>
              <a:tabLst>
                <a:tab algn="l" pos="0"/>
              </a:tabLst>
            </a:pPr>
            <a:r>
              <a:rPr b="0" lang="en-US" sz="1400" strike="noStrike" u="none">
                <a:solidFill>
                  <a:schemeClr val="dk1"/>
                </a:solidFill>
                <a:effectLst/>
                <a:uFillTx/>
                <a:latin typeface="Albert Sans"/>
                <a:ea typeface="Albert Sans"/>
              </a:rPr>
              <a:t>p</a:t>
            </a:r>
            <a:endParaRPr b="0" lang="fr-FR" sz="1400" strike="noStrike" u="none">
              <a:solidFill>
                <a:srgbClr val="000000"/>
              </a:solidFill>
              <a:effectLst/>
              <a:uFillTx/>
              <a:latin typeface="Arial"/>
            </a:endParaRPr>
          </a:p>
          <a:p>
            <a:pPr indent="0">
              <a:lnSpc>
                <a:spcPct val="150000"/>
              </a:lnSpc>
              <a:buNone/>
              <a:tabLst>
                <a:tab algn="l" pos="0"/>
              </a:tabLst>
            </a:pPr>
            <a:r>
              <a:rPr b="0" lang="en-US" sz="1400" strike="noStrike" u="none">
                <a:solidFill>
                  <a:schemeClr val="dk1"/>
                </a:solidFill>
                <a:effectLst/>
                <a:uFillTx/>
                <a:latin typeface="Albert Sans"/>
                <a:ea typeface="Albert Sans"/>
              </a:rPr>
              <a:t>/pConversely, high latency, frequent timeouts, or packet loss indicate underlying problems such as congestion, faulty hardware, or configuration errors. Proper interpretation of these metrics enables proactive troubleshooting to ensure continued optimal network performance and reliability.</a:t>
            </a:r>
            <a:endParaRPr b="0" lang="fr-FR" sz="1400" strike="noStrike" u="none">
              <a:solidFill>
                <a:srgbClr val="000000"/>
              </a:solidFill>
              <a:effectLst/>
              <a:uFillTx/>
              <a:latin typeface="Arial"/>
            </a:endParaRPr>
          </a:p>
        </p:txBody>
      </p:sp>
      <p:sp>
        <p:nvSpPr>
          <p:cNvPr id="72" name="PlaceHolder 2"/>
          <p:cNvSpPr>
            <a:spLocks noGrp="1"/>
          </p:cNvSpPr>
          <p:nvPr>
            <p:ph type="title"/>
          </p:nvPr>
        </p:nvSpPr>
        <p:spPr>
          <a:xfrm>
            <a:off x="514440" y="209520"/>
            <a:ext cx="8115120" cy="647280"/>
          </a:xfrm>
          <a:prstGeom prst="rect">
            <a:avLst/>
          </a:prstGeom>
          <a:noFill/>
          <a:ln w="0">
            <a:noFill/>
          </a:ln>
        </p:spPr>
        <p:txBody>
          <a:bodyPr lIns="91440" rIns="91440" tIns="91440" bIns="91440" anchor="t">
            <a:normAutofit lnSpcReduction="9999"/>
          </a:bodyPr>
          <a:p>
            <a:pPr indent="0">
              <a:lnSpc>
                <a:spcPct val="100000"/>
              </a:lnSpc>
              <a:buNone/>
              <a:tabLst>
                <a:tab algn="l" pos="0"/>
              </a:tabLst>
            </a:pPr>
            <a:r>
              <a:rPr b="0" lang="en-US" sz="3300" strike="noStrike" u="none">
                <a:solidFill>
                  <a:schemeClr val="dk1"/>
                </a:solidFill>
                <a:effectLst/>
                <a:uFillTx/>
                <a:latin typeface="Viaoda Libre"/>
                <a:ea typeface="Viaoda Libre"/>
              </a:rPr>
              <a:t>Interpreting PING</a:t>
            </a:r>
            <a:r>
              <a:rPr b="0" i="1" lang="en-US" sz="3300" strike="noStrike" u="none">
                <a:solidFill>
                  <a:schemeClr val="dk1"/>
                </a:solidFill>
                <a:effectLst/>
                <a:uFillTx/>
                <a:latin typeface="Viaoda Libre"/>
                <a:ea typeface="Viaoda Libre"/>
              </a:rPr>
              <a:t> Results</a:t>
            </a:r>
            <a:endParaRPr b="0" lang="fr-FR" sz="3300" strike="noStrike" u="none">
              <a:solidFill>
                <a:schemeClr val="dk1"/>
              </a:solidFill>
              <a:effectLst/>
              <a:uFillTx/>
              <a:latin typeface="Arial"/>
            </a:endParaRPr>
          </a:p>
        </p:txBody>
      </p:sp>
      <p:pic>
        <p:nvPicPr>
          <p:cNvPr id="73" name="Google Shape;184;p31" descr=""/>
          <p:cNvPicPr/>
          <p:nvPr/>
        </p:nvPicPr>
        <p:blipFill>
          <a:blip r:embed="rId1"/>
          <a:srcRect l="20913" t="0" r="40199" b="19910"/>
          <a:stretch/>
        </p:blipFill>
        <p:spPr>
          <a:xfrm>
            <a:off x="5782680" y="1249560"/>
            <a:ext cx="3360960" cy="389376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p:nvPr>
        </p:nvSpPr>
        <p:spPr>
          <a:xfrm>
            <a:off x="847800" y="1200240"/>
            <a:ext cx="4619160" cy="2104560"/>
          </a:xfrm>
          <a:prstGeom prst="rect">
            <a:avLst/>
          </a:prstGeom>
          <a:noFill/>
          <a:ln w="0">
            <a:noFill/>
          </a:ln>
        </p:spPr>
        <p:txBody>
          <a:bodyPr lIns="91440" rIns="91440" tIns="91440" bIns="91440" anchor="t">
            <a:normAutofit fontScale="77500" lnSpcReduction="19999"/>
          </a:bodyPr>
          <a:p>
            <a:pPr indent="0">
              <a:lnSpc>
                <a:spcPct val="150000"/>
              </a:lnSpc>
              <a:buNone/>
              <a:tabLst>
                <a:tab algn="l" pos="0"/>
              </a:tabLst>
            </a:pPr>
            <a:r>
              <a:rPr b="0" lang="en-US" sz="1400" strike="noStrike" u="none">
                <a:solidFill>
                  <a:schemeClr val="dk1"/>
                </a:solidFill>
                <a:effectLst/>
                <a:uFillTx/>
                <a:latin typeface="Albert Sans"/>
                <a:ea typeface="Albert Sans"/>
              </a:rPr>
              <a:t>The PING command remains a </a:t>
            </a:r>
            <a:r>
              <a:rPr b="1" lang="en-US" sz="1400" strike="noStrike" u="none">
                <a:solidFill>
                  <a:schemeClr val="dk1"/>
                </a:solidFill>
                <a:effectLst/>
                <a:uFillTx/>
                <a:latin typeface="Albert Sans"/>
                <a:ea typeface="Albert Sans"/>
              </a:rPr>
              <a:t>fundamental diagnostic tool</a:t>
            </a:r>
            <a:r>
              <a:rPr b="0" lang="en-US" sz="1400" strike="noStrike" u="none">
                <a:solidFill>
                  <a:schemeClr val="dk1"/>
                </a:solidFill>
                <a:effectLst/>
                <a:uFillTx/>
                <a:latin typeface="Albert Sans"/>
                <a:ea typeface="Albert Sans"/>
              </a:rPr>
              <a:t> for quickly assessing network connectivity and performance. Its ability to verify device reachability and measure latency makes it indispensable for network administrators.</a:t>
            </a:r>
            <a:endParaRPr b="0" lang="fr-FR" sz="1400" strike="noStrike" u="none">
              <a:solidFill>
                <a:srgbClr val="000000"/>
              </a:solidFill>
              <a:effectLst/>
              <a:uFillTx/>
              <a:latin typeface="Arial"/>
            </a:endParaRPr>
          </a:p>
          <a:p>
            <a:pPr indent="0">
              <a:lnSpc>
                <a:spcPct val="150000"/>
              </a:lnSpc>
              <a:buNone/>
              <a:tabLst>
                <a:tab algn="l" pos="0"/>
              </a:tabLst>
            </a:pPr>
            <a:r>
              <a:rPr b="0" lang="en-US" sz="1400" strike="noStrike" u="none">
                <a:solidFill>
                  <a:schemeClr val="dk1"/>
                </a:solidFill>
                <a:effectLst/>
                <a:uFillTx/>
                <a:latin typeface="Albert Sans"/>
                <a:ea typeface="Albert Sans"/>
              </a:rPr>
              <a:t>p</a:t>
            </a:r>
            <a:endParaRPr b="0" lang="fr-FR" sz="1400" strike="noStrike" u="none">
              <a:solidFill>
                <a:srgbClr val="000000"/>
              </a:solidFill>
              <a:effectLst/>
              <a:uFillTx/>
              <a:latin typeface="Arial"/>
            </a:endParaRPr>
          </a:p>
          <a:p>
            <a:pPr indent="0">
              <a:lnSpc>
                <a:spcPct val="150000"/>
              </a:lnSpc>
              <a:buNone/>
              <a:tabLst>
                <a:tab algn="l" pos="0"/>
              </a:tabLst>
            </a:pPr>
            <a:r>
              <a:rPr b="0" lang="en-US" sz="1400" strike="noStrike" u="none">
                <a:solidFill>
                  <a:schemeClr val="dk1"/>
                </a:solidFill>
                <a:effectLst/>
                <a:uFillTx/>
                <a:latin typeface="Albert Sans"/>
                <a:ea typeface="Albert Sans"/>
              </a:rPr>
              <a:t>/pA thorough understanding of how to interpret PING results enhances troubleshooting effectiveness, allowing for swift identification and resolution of network issues. Employing PING as part of routine network monitoring helps maintain consistent and reliable network operations.</a:t>
            </a:r>
            <a:endParaRPr b="0" lang="fr-FR" sz="1400" strike="noStrike" u="none">
              <a:solidFill>
                <a:srgbClr val="000000"/>
              </a:solidFill>
              <a:effectLst/>
              <a:uFillTx/>
              <a:latin typeface="Arial"/>
            </a:endParaRPr>
          </a:p>
        </p:txBody>
      </p:sp>
      <p:sp>
        <p:nvSpPr>
          <p:cNvPr id="75" name="PlaceHolder 2"/>
          <p:cNvSpPr>
            <a:spLocks noGrp="1"/>
          </p:cNvSpPr>
          <p:nvPr>
            <p:ph type="title"/>
          </p:nvPr>
        </p:nvSpPr>
        <p:spPr>
          <a:xfrm>
            <a:off x="514440" y="209520"/>
            <a:ext cx="8115120" cy="647280"/>
          </a:xfrm>
          <a:prstGeom prst="rect">
            <a:avLst/>
          </a:prstGeom>
          <a:noFill/>
          <a:ln w="0">
            <a:noFill/>
          </a:ln>
        </p:spPr>
        <p:txBody>
          <a:bodyPr lIns="91440" rIns="91440" tIns="91440" bIns="91440" anchor="t">
            <a:normAutofit lnSpcReduction="9999"/>
          </a:bodyPr>
          <a:p>
            <a:pPr indent="0">
              <a:lnSpc>
                <a:spcPct val="100000"/>
              </a:lnSpc>
              <a:buNone/>
              <a:tabLst>
                <a:tab algn="l" pos="0"/>
              </a:tabLst>
            </a:pPr>
            <a:r>
              <a:rPr b="0" lang="en-US" sz="3300" strike="noStrike" u="none">
                <a:solidFill>
                  <a:schemeClr val="dk1"/>
                </a:solidFill>
                <a:effectLst/>
                <a:uFillTx/>
                <a:latin typeface="Viaoda Libre"/>
                <a:ea typeface="Viaoda Libre"/>
              </a:rPr>
              <a:t>Conclusions</a:t>
            </a:r>
            <a:endParaRPr b="0" lang="fr-FR" sz="3300" strike="noStrike" u="none">
              <a:solidFill>
                <a:schemeClr val="dk1"/>
              </a:solidFill>
              <a:effectLst/>
              <a:uFillTx/>
              <a:latin typeface="Arial"/>
            </a:endParaRPr>
          </a:p>
        </p:txBody>
      </p:sp>
      <p:pic>
        <p:nvPicPr>
          <p:cNvPr id="76" name="Google Shape;184;p31" descr=""/>
          <p:cNvPicPr/>
          <p:nvPr/>
        </p:nvPicPr>
        <p:blipFill>
          <a:blip r:embed="rId1"/>
          <a:srcRect l="20913" t="0" r="40199" b="19910"/>
          <a:stretch/>
        </p:blipFill>
        <p:spPr>
          <a:xfrm>
            <a:off x="5782680" y="1249560"/>
            <a:ext cx="3360960" cy="389376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7" name="Google Shape;287;p41" descr=""/>
          <p:cNvPicPr/>
          <p:nvPr/>
        </p:nvPicPr>
        <p:blipFill>
          <a:blip r:embed="rId1">
            <a:alphaModFix amt="64000"/>
          </a:blip>
          <a:srcRect l="11023" t="0" r="13738" b="8154"/>
          <a:stretch/>
        </p:blipFill>
        <p:spPr>
          <a:xfrm rot="12735000">
            <a:off x="666000" y="-2051640"/>
            <a:ext cx="6625800" cy="5777280"/>
          </a:xfrm>
          <a:prstGeom prst="rect">
            <a:avLst/>
          </a:prstGeom>
          <a:noFill/>
          <a:ln w="0">
            <a:noFill/>
          </a:ln>
        </p:spPr>
      </p:pic>
      <p:sp>
        <p:nvSpPr>
          <p:cNvPr id="78" name="PlaceHolder 1"/>
          <p:cNvSpPr>
            <a:spLocks noGrp="1"/>
          </p:cNvSpPr>
          <p:nvPr>
            <p:ph type="title"/>
          </p:nvPr>
        </p:nvSpPr>
        <p:spPr>
          <a:xfrm>
            <a:off x="3238560" y="-943920"/>
            <a:ext cx="5438520" cy="2439000"/>
          </a:xfrm>
          <a:prstGeom prst="rect">
            <a:avLst/>
          </a:prstGeom>
          <a:noFill/>
          <a:ln w="0">
            <a:noFill/>
          </a:ln>
        </p:spPr>
        <p:txBody>
          <a:bodyPr lIns="91440" rIns="91440" tIns="91440" bIns="91440" anchor="b">
            <a:spAutoFit/>
          </a:bodyPr>
          <a:p>
            <a:pPr indent="0" algn="r">
              <a:lnSpc>
                <a:spcPct val="100000"/>
              </a:lnSpc>
              <a:buNone/>
              <a:tabLst>
                <a:tab algn="l" pos="0"/>
              </a:tabLst>
            </a:pPr>
            <a:r>
              <a:rPr b="0" lang="en" sz="7400" strike="noStrike" u="none">
                <a:solidFill>
                  <a:schemeClr val="dk1"/>
                </a:solidFill>
                <a:effectLst/>
                <a:uFillTx/>
                <a:latin typeface="Viaoda Libre"/>
                <a:ea typeface="Viaoda Libre"/>
              </a:rPr>
              <a:t>THANKS</a:t>
            </a:r>
            <a:endParaRPr b="0" lang="fr-FR" sz="7400" strike="noStrike" u="none">
              <a:solidFill>
                <a:schemeClr val="dk1"/>
              </a:solidFill>
              <a:effectLst/>
              <a:uFillTx/>
              <a:latin typeface="Arial"/>
            </a:endParaRPr>
          </a:p>
        </p:txBody>
      </p:sp>
      <p:sp>
        <p:nvSpPr>
          <p:cNvPr id="79" name="PlaceHolder 2"/>
          <p:cNvSpPr>
            <a:spLocks noGrp="1"/>
          </p:cNvSpPr>
          <p:nvPr>
            <p:ph type="subTitle"/>
          </p:nvPr>
        </p:nvSpPr>
        <p:spPr>
          <a:xfrm>
            <a:off x="4638600" y="1314360"/>
            <a:ext cx="4047840" cy="1229040"/>
          </a:xfrm>
          <a:prstGeom prst="rect">
            <a:avLst/>
          </a:prstGeom>
          <a:noFill/>
          <a:ln w="0">
            <a:noFill/>
          </a:ln>
        </p:spPr>
        <p:txBody>
          <a:bodyPr lIns="91440" rIns="91440" tIns="91440" bIns="91440" anchor="t">
            <a:spAutoFit/>
          </a:bodyPr>
          <a:p>
            <a:pPr indent="0" algn="r">
              <a:lnSpc>
                <a:spcPct val="100000"/>
              </a:lnSpc>
              <a:buNone/>
              <a:tabLst>
                <a:tab algn="l" pos="0"/>
              </a:tabLst>
            </a:pPr>
            <a:r>
              <a:rPr b="0" lang="en" sz="1400" strike="noStrike" u="none">
                <a:solidFill>
                  <a:schemeClr val="dk1"/>
                </a:solidFill>
                <a:effectLst/>
                <a:uFillTx/>
                <a:latin typeface="Albert Sans"/>
                <a:ea typeface="Albert Sans"/>
              </a:rPr>
              <a:t>Do you have any questions?</a:t>
            </a:r>
            <a:endParaRPr b="0" lang="en-US" sz="1400" strike="noStrike" u="none">
              <a:solidFill>
                <a:srgbClr val="000000"/>
              </a:solidFill>
              <a:effectLst/>
              <a:uFillTx/>
              <a:latin typeface="OpenSymbol"/>
            </a:endParaRPr>
          </a:p>
          <a:p>
            <a:pPr indent="0" algn="r">
              <a:lnSpc>
                <a:spcPct val="100000"/>
              </a:lnSpc>
              <a:spcBef>
                <a:spcPts val="1001"/>
              </a:spcBef>
              <a:buNone/>
              <a:tabLst>
                <a:tab algn="l" pos="0"/>
              </a:tabLst>
            </a:pPr>
            <a:r>
              <a:rPr b="0" lang="en" sz="1400" strike="noStrike" u="none">
                <a:solidFill>
                  <a:schemeClr val="dk1"/>
                </a:solidFill>
                <a:effectLst/>
                <a:uFillTx/>
                <a:latin typeface="Albert Sans"/>
                <a:ea typeface="Albert Sans"/>
              </a:rPr>
              <a:t>youremail@freepik.com</a:t>
            </a:r>
            <a:endParaRPr b="0" lang="en-US" sz="1400" strike="noStrike" u="none">
              <a:solidFill>
                <a:srgbClr val="000000"/>
              </a:solidFill>
              <a:effectLst/>
              <a:uFillTx/>
              <a:latin typeface="OpenSymbol"/>
            </a:endParaRPr>
          </a:p>
          <a:p>
            <a:pPr indent="0" algn="r">
              <a:lnSpc>
                <a:spcPct val="100000"/>
              </a:lnSpc>
              <a:buNone/>
              <a:tabLst>
                <a:tab algn="l" pos="0"/>
              </a:tabLst>
            </a:pPr>
            <a:r>
              <a:rPr b="0" lang="en" sz="1400" strike="noStrike" u="none">
                <a:solidFill>
                  <a:schemeClr val="dk1"/>
                </a:solidFill>
                <a:effectLst/>
                <a:uFillTx/>
                <a:latin typeface="Albert Sans"/>
                <a:ea typeface="Albert Sans"/>
              </a:rPr>
              <a:t>+00 000 000 000</a:t>
            </a:r>
            <a:endParaRPr b="0" lang="en-US" sz="1400" strike="noStrike" u="none">
              <a:solidFill>
                <a:srgbClr val="000000"/>
              </a:solidFill>
              <a:effectLst/>
              <a:uFillTx/>
              <a:latin typeface="OpenSymbol"/>
            </a:endParaRPr>
          </a:p>
          <a:p>
            <a:pPr indent="0" algn="r">
              <a:lnSpc>
                <a:spcPct val="100000"/>
              </a:lnSpc>
              <a:buNone/>
              <a:tabLst>
                <a:tab algn="l" pos="0"/>
              </a:tabLst>
            </a:pPr>
            <a:r>
              <a:rPr b="0" lang="en" sz="1400" strike="noStrike" u="none">
                <a:solidFill>
                  <a:schemeClr val="dk1"/>
                </a:solidFill>
                <a:effectLst/>
                <a:uFillTx/>
                <a:latin typeface="Albert Sans"/>
                <a:ea typeface="Albert Sans"/>
              </a:rPr>
              <a:t>yourwebsite.com</a:t>
            </a:r>
            <a:endParaRPr b="0" lang="en-US" sz="1400" strike="noStrike" u="none">
              <a:solidFill>
                <a:srgbClr val="000000"/>
              </a:solidFill>
              <a:effectLst/>
              <a:uFillTx/>
              <a:latin typeface="OpenSymbol"/>
            </a:endParaRPr>
          </a:p>
        </p:txBody>
      </p:sp>
      <p:grpSp>
        <p:nvGrpSpPr>
          <p:cNvPr id="80" name="Google Shape;290;p41"/>
          <p:cNvGrpSpPr/>
          <p:nvPr/>
        </p:nvGrpSpPr>
        <p:grpSpPr>
          <a:xfrm>
            <a:off x="533520" y="3412080"/>
            <a:ext cx="275760" cy="275760"/>
            <a:chOff x="533520" y="3412080"/>
            <a:chExt cx="275760" cy="275760"/>
          </a:xfrm>
        </p:grpSpPr>
        <p:sp>
          <p:nvSpPr>
            <p:cNvPr id="81" name="Google Shape;291;p41"/>
            <p:cNvSpPr/>
            <p:nvPr/>
          </p:nvSpPr>
          <p:spPr>
            <a:xfrm>
              <a:off x="533520" y="3412080"/>
              <a:ext cx="275760" cy="275760"/>
            </a:xfrm>
            <a:custGeom>
              <a:avLst/>
              <a:gdLst>
                <a:gd name="textAreaLeft" fmla="*/ 0 w 275760"/>
                <a:gd name="textAreaRight" fmla="*/ 276120 w 275760"/>
                <a:gd name="textAreaTop" fmla="*/ 0 h 275760"/>
                <a:gd name="textAreaBottom" fmla="*/ 276120 h 27576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2" name="Google Shape;292;p41"/>
            <p:cNvSpPr/>
            <p:nvPr/>
          </p:nvSpPr>
          <p:spPr>
            <a:xfrm>
              <a:off x="597600" y="3477600"/>
              <a:ext cx="146880" cy="144000"/>
            </a:xfrm>
            <a:custGeom>
              <a:avLst/>
              <a:gdLst>
                <a:gd name="textAreaLeft" fmla="*/ 0 w 146880"/>
                <a:gd name="textAreaRight" fmla="*/ 147240 w 146880"/>
                <a:gd name="textAreaTop" fmla="*/ 0 h 144000"/>
                <a:gd name="textAreaBottom" fmla="*/ 144360 h 14400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2"/>
            </a:solidFill>
            <a:ln w="0">
              <a:noFill/>
            </a:ln>
          </p:spPr>
          <p:style>
            <a:lnRef idx="0"/>
            <a:fillRef idx="0"/>
            <a:effectRef idx="0"/>
            <a:fontRef idx="minor"/>
          </p:style>
          <p:txBody>
            <a:bodyPr tIns="72000" bIns="72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3" name="Google Shape;293;p41"/>
            <p:cNvSpPr/>
            <p:nvPr/>
          </p:nvSpPr>
          <p:spPr>
            <a:xfrm>
              <a:off x="727200" y="3447360"/>
              <a:ext cx="37440" cy="37080"/>
            </a:xfrm>
            <a:custGeom>
              <a:avLst/>
              <a:gdLst>
                <a:gd name="textAreaLeft" fmla="*/ 0 w 37440"/>
                <a:gd name="textAreaRight" fmla="*/ 37800 w 37440"/>
                <a:gd name="textAreaTop" fmla="*/ 0 h 37080"/>
                <a:gd name="textAreaBottom" fmla="*/ 37440 h 3708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2"/>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84" name="Google Shape;294;p41"/>
          <p:cNvGrpSpPr/>
          <p:nvPr/>
        </p:nvGrpSpPr>
        <p:grpSpPr>
          <a:xfrm>
            <a:off x="1323360" y="3430800"/>
            <a:ext cx="266400" cy="237960"/>
            <a:chOff x="1323360" y="3430800"/>
            <a:chExt cx="266400" cy="237960"/>
          </a:xfrm>
        </p:grpSpPr>
        <p:sp>
          <p:nvSpPr>
            <p:cNvPr id="85" name="Google Shape;295;p41"/>
            <p:cNvSpPr/>
            <p:nvPr/>
          </p:nvSpPr>
          <p:spPr>
            <a:xfrm>
              <a:off x="1332360" y="3514680"/>
              <a:ext cx="60840" cy="154080"/>
            </a:xfrm>
            <a:custGeom>
              <a:avLst/>
              <a:gdLst>
                <a:gd name="textAreaLeft" fmla="*/ 0 w 60840"/>
                <a:gd name="textAreaRight" fmla="*/ 61200 w 60840"/>
                <a:gd name="textAreaTop" fmla="*/ 0 h 154080"/>
                <a:gd name="textAreaBottom" fmla="*/ 154440 h 15408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2"/>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6" name="Google Shape;296;p41"/>
            <p:cNvSpPr/>
            <p:nvPr/>
          </p:nvSpPr>
          <p:spPr>
            <a:xfrm>
              <a:off x="1323360" y="3430800"/>
              <a:ext cx="70200" cy="70200"/>
            </a:xfrm>
            <a:custGeom>
              <a:avLst/>
              <a:gdLst>
                <a:gd name="textAreaLeft" fmla="*/ 0 w 70200"/>
                <a:gd name="textAreaRight" fmla="*/ 70560 w 70200"/>
                <a:gd name="textAreaTop" fmla="*/ 0 h 70200"/>
                <a:gd name="textAreaBottom" fmla="*/ 70560 h 7020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2"/>
            </a:solidFill>
            <a:ln w="0">
              <a:noFill/>
            </a:ln>
          </p:spPr>
          <p:style>
            <a:lnRef idx="0"/>
            <a:fillRef idx="0"/>
            <a:effectRef idx="0"/>
            <a:fontRef idx="minor"/>
          </p:style>
          <p:txBody>
            <a:bodyPr tIns="35280" bIns="35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7" name="Google Shape;297;p41"/>
            <p:cNvSpPr/>
            <p:nvPr/>
          </p:nvSpPr>
          <p:spPr>
            <a:xfrm>
              <a:off x="1425960" y="3514680"/>
              <a:ext cx="163800" cy="154080"/>
            </a:xfrm>
            <a:custGeom>
              <a:avLst/>
              <a:gdLst>
                <a:gd name="textAreaLeft" fmla="*/ 0 w 163800"/>
                <a:gd name="textAreaRight" fmla="*/ 164160 w 163800"/>
                <a:gd name="textAreaTop" fmla="*/ 0 h 154080"/>
                <a:gd name="textAreaBottom" fmla="*/ 154440 h 15408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2"/>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88" name="Google Shape;298;p41"/>
          <p:cNvSpPr/>
          <p:nvPr/>
        </p:nvSpPr>
        <p:spPr>
          <a:xfrm>
            <a:off x="533520" y="4429080"/>
            <a:ext cx="3723840" cy="25668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 sz="1200" strike="noStrike" u="none">
                <a:solidFill>
                  <a:schemeClr val="dk1"/>
                </a:solidFill>
                <a:effectLst/>
                <a:uFillTx/>
                <a:latin typeface="Arial"/>
              </a:rPr>
              <a:t>Please keep this slide for attribution</a:t>
            </a:r>
            <a:endParaRPr b="0" lang="en-US" sz="1200" strike="noStrike" u="none">
              <a:solidFill>
                <a:srgbClr val="000000"/>
              </a:solidFill>
              <a:effectLst/>
              <a:uFillTx/>
              <a:latin typeface="OpenSymbol"/>
            </a:endParaRPr>
          </a:p>
        </p:txBody>
      </p:sp>
      <p:sp>
        <p:nvSpPr>
          <p:cNvPr id="89" name="Google Shape;299;p41"/>
          <p:cNvSpPr/>
          <p:nvPr/>
        </p:nvSpPr>
        <p:spPr>
          <a:xfrm>
            <a:off x="2113920" y="3413880"/>
            <a:ext cx="268200" cy="273960"/>
          </a:xfrm>
          <a:custGeom>
            <a:avLst/>
            <a:gdLst>
              <a:gd name="textAreaLeft" fmla="*/ 0 w 268200"/>
              <a:gd name="textAreaRight" fmla="*/ 268560 w 268200"/>
              <a:gd name="textAreaTop" fmla="*/ 0 h 273960"/>
              <a:gd name="textAreaBottom" fmla="*/ 274320 h 273960"/>
            </a:gdLst>
            <a:ahLst/>
            <a:cxnLst/>
            <a:rect l="textAreaLeft" t="textAreaTop" r="textAreaRight" b="textAreaBottom"/>
            <a:pathLst>
              <a:path w="6712561" h="6860069">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548" y="4196581"/>
                </a:lnTo>
                <a:lnTo>
                  <a:pt x="4713728" y="6860070"/>
                </a:lnTo>
                <a:lnTo>
                  <a:pt x="6712561" y="6860070"/>
                </a:lnTo>
                <a:lnTo>
                  <a:pt x="3994757" y="2904749"/>
                </a:lnTo>
                <a:lnTo>
                  <a:pt x="3994925" y="2904749"/>
                </a:lnTo>
                <a:close/>
                <a:moveTo>
                  <a:pt x="3183768" y="3847528"/>
                </a:moveTo>
                <a:lnTo>
                  <a:pt x="2918230" y="3467765"/>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lt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Minimal Gradient by Slidesgo">
  <a:themeElements>
    <a:clrScheme name="Simple Light">
      <a:dk1>
        <a:srgbClr val="000000"/>
      </a:dk1>
      <a:lt1>
        <a:srgbClr val="fffbf8"/>
      </a:lt1>
      <a:dk2>
        <a:srgbClr val="000000"/>
      </a:dk2>
      <a:lt2>
        <a:srgbClr val="000000"/>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2025-12-13T17:05:32Z</dcterms:created>
  <dc:creator>Unknown Creator</dc:creator>
  <dc:description/>
  <dc:language>en-US</dc:language>
  <cp:lastModifiedBy>Unknown Creator</cp:lastModifiedBy>
  <dcterms:modified xsi:type="dcterms:W3CDTF">2025-12-13T17:05:32Z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